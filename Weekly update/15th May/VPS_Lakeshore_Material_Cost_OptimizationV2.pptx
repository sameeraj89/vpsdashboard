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9.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5"/>
  </p:sldMasterIdLst>
  <p:notesMasterIdLst>
    <p:notesMasterId r:id="rId7"/>
  </p:notesMasterIdLst>
  <p:handoutMasterIdLst>
    <p:handoutMasterId r:id="rId8"/>
  </p:handoutMasterIdLst>
  <p:sldIdLst>
    <p:sldId id="2147483646" r:id="rId6"/>
  </p:sldIdLst>
  <p:sldSz cx="12192000" cy="6858000"/>
  <p:notesSz cx="6858000" cy="9144000"/>
  <p:embeddedFontLst>
    <p:embeddedFont>
      <p:font typeface="MMC Display Condensed" panose="020B0606020203020204" pitchFamily="34" charset="0"/>
      <p:regular r:id="rId9"/>
      <p:bold r:id="rId10"/>
    </p:embeddedFont>
    <p:embeddedFont>
      <p:font typeface="Trebuchet MS" panose="020B0603020202020204" pitchFamily="34" charset="0"/>
      <p:regular r:id="rId11"/>
      <p:bold r:id="rId12"/>
      <p:italic r:id="rId13"/>
      <p:boldItalic r:id="rId14"/>
    </p:embeddedFont>
  </p:embeddedFontLst>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32" userDrawn="1">
          <p15:clr>
            <a:srgbClr val="A4A3A4"/>
          </p15:clr>
        </p15:guide>
        <p15:guide id="2" orient="horz" pos="7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E61343-94B2-02FF-E0A3-63E4DFD0F84E}" name="Gandhi, Nitiraj" initials="NG" userId="S::nitiraj.gandhi@oliverwyman.com::d6e49a25-f18f-4176-95b4-a5e5b9ee879d" providerId="AD"/>
  <p188:author id="{2866624C-8D72-5AD9-FEA7-88E7780D1069}" name="Saini, Radhika" initials="RS" userId="S::Radhika.Saini@oliverwyman.com::ca7980be-d2f7-4ec2-9740-f7809788f5de" providerId="AD"/>
  <p188:author id="{EC8D678F-1D19-8DB9-76DF-C3319767D99C}" name="Gupta, Siddharth" initials="" userId="S::siddharth.gupta@oliverwyman.com::539875df-4e68-4915-a7a3-4733db346929" providerId="AD"/>
  <p188:author id="{BC3DFDBA-ADEE-3E6C-5BD1-037F32831169}" name="Mehta, Nitigya" initials="NM" userId="S::Nitigya.Mehta@oliverwyman.com::2ce0a30e-b553-4196-816e-9b4b68fa094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FBFBF"/>
    <a:srgbClr val="F2F2F2"/>
    <a:srgbClr val="FFAEA6"/>
    <a:srgbClr val="D5EFD8"/>
    <a:srgbClr val="F0F0F0"/>
    <a:srgbClr val="ECECEC"/>
    <a:srgbClr val="DFE9F1"/>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EC21F4-41D9-40EC-9976-62228CA3E1E7}" v="97" dt="2026-05-30T09:47:08.028"/>
  </p1510:revLst>
</p1510:revInfo>
</file>

<file path=ppt/tableStyles.xml><?xml version="1.0" encoding="utf-8"?>
<a:tblStyleLst xmlns:a="http://schemas.openxmlformats.org/drawingml/2006/main" def="{839DD9DD-9E6C-4910-8AC0-68ADFF6A6AFC}">
  <a:tblStyle styleId="{839DD9DD-9E6C-4910-8AC0-68ADFF6A6AFC}" styleName="Oliver Wyman - default">
    <a:wholeTbl>
      <a:tcTxStyle>
        <a:fontRef idx="minor">
          <a:prstClr val="black"/>
        </a:fontRef>
        <a:schemeClr val="tx1"/>
      </a:tcTxStyle>
      <a:tcStyle>
        <a:tcBdr>
          <a:left>
            <a:ln>
              <a:noFill/>
            </a:ln>
          </a:left>
          <a:right>
            <a:ln>
              <a:noFill/>
            </a:ln>
          </a:right>
          <a:top>
            <a:ln>
              <a:noFill/>
            </a:ln>
          </a:top>
          <a:bottom>
            <a:ln w="9525" cmpd="sng">
              <a:solidFill>
                <a:schemeClr val="tx1"/>
              </a:solidFill>
            </a:ln>
          </a:bottom>
          <a:insideH>
            <a:ln w="9525" cmpd="sng">
              <a:solidFill>
                <a:schemeClr val="tx1"/>
              </a:solidFill>
            </a:ln>
          </a:insideH>
          <a:insideV>
            <a:ln>
              <a:noFill/>
            </a:ln>
          </a:insideV>
        </a:tcBdr>
        <a:fill>
          <a:noFill/>
        </a:fill>
      </a:tcStyle>
    </a:wholeTbl>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fill>
          <a:noFill/>
        </a:fill>
      </a:tcStyle>
    </a:lastRow>
    <a:firstRow>
      <a:tcTxStyle b="on">
        <a:fontRef idx="minor">
          <a:prstClr val="black"/>
        </a:fontRef>
      </a:tcTxStyle>
      <a:tcStyle>
        <a:tcBdr>
          <a:bottom>
            <a:ln w="9525"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9" d="100"/>
          <a:sy n="79" d="100"/>
        </p:scale>
        <p:origin x="101" y="322"/>
      </p:cViewPr>
      <p:guideLst>
        <p:guide pos="2832"/>
        <p:guide orient="horz" pos="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notesMaster" Target="notesMasters/notesMaster1.xml"/><Relationship Id="rId12"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font" Target="fonts/font3.fntdata"/><Relationship Id="rId5" Type="http://schemas.openxmlformats.org/officeDocument/2006/relationships/slideMaster" Target="slideMasters/slideMaster1.xml"/><Relationship Id="rId15" Type="http://schemas.openxmlformats.org/officeDocument/2006/relationships/tags" Target="tags/tag1.xml"/><Relationship Id="rId10" Type="http://schemas.openxmlformats.org/officeDocument/2006/relationships/font" Target="fonts/font2.fntdata"/><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font" Target="fonts/font1.fntdata"/><Relationship Id="rId14" Type="http://schemas.openxmlformats.org/officeDocument/2006/relationships/font" Target="fonts/font6.fntdata"/><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hta, Nitigya" userId="2ce0a30e-b553-4196-816e-9b4b68fa0946" providerId="ADAL" clId="{84A614D2-F730-4FA7-9F5E-71DDA3674305}"/>
    <pc:docChg chg="undo custSel addSld delSld modSld sldOrd modMainMaster addSection delSection modSection">
      <pc:chgData name="Mehta, Nitigya" userId="2ce0a30e-b553-4196-816e-9b4b68fa0946" providerId="ADAL" clId="{84A614D2-F730-4FA7-9F5E-71DDA3674305}" dt="2026-05-30T09:51:12.388" v="18893" actId="20577"/>
      <pc:docMkLst>
        <pc:docMk/>
      </pc:docMkLst>
      <pc:sldChg chg="addSp delSp modSp new add del mod ord">
        <pc:chgData name="Mehta, Nitigya" userId="2ce0a30e-b553-4196-816e-9b4b68fa0946" providerId="ADAL" clId="{84A614D2-F730-4FA7-9F5E-71DDA3674305}" dt="2026-05-30T09:29:12.464" v="17456" actId="47"/>
        <pc:sldMkLst>
          <pc:docMk/>
          <pc:sldMk cId="3316775570" sldId="2147483645"/>
        </pc:sldMkLst>
      </pc:sldChg>
      <pc:sldChg chg="addSp delSp modSp add mod">
        <pc:chgData name="Mehta, Nitigya" userId="2ce0a30e-b553-4196-816e-9b4b68fa0946" providerId="ADAL" clId="{84A614D2-F730-4FA7-9F5E-71DDA3674305}" dt="2026-05-30T09:51:12.388" v="18893" actId="20577"/>
        <pc:sldMkLst>
          <pc:docMk/>
          <pc:sldMk cId="4247222549" sldId="2147483646"/>
        </pc:sldMkLst>
        <pc:spChg chg="mod">
          <ac:chgData name="Mehta, Nitigya" userId="2ce0a30e-b553-4196-816e-9b4b68fa0946" providerId="ADAL" clId="{84A614D2-F730-4FA7-9F5E-71DDA3674305}" dt="2026-05-30T09:46:02.283" v="18465" actId="948"/>
          <ac:spMkLst>
            <pc:docMk/>
            <pc:sldMk cId="4247222549" sldId="2147483646"/>
            <ac:spMk id="2" creationId="{F0E07ED6-F295-ED42-F071-D6B530C299E0}"/>
          </ac:spMkLst>
        </pc:spChg>
        <pc:spChg chg="del">
          <ac:chgData name="Mehta, Nitigya" userId="2ce0a30e-b553-4196-816e-9b4b68fa0946" providerId="ADAL" clId="{84A614D2-F730-4FA7-9F5E-71DDA3674305}" dt="2026-05-30T09:30:12.207" v="17462" actId="478"/>
          <ac:spMkLst>
            <pc:docMk/>
            <pc:sldMk cId="4247222549" sldId="2147483646"/>
            <ac:spMk id="3" creationId="{871A0F51-7F91-324F-7C40-DF8FDB24E684}"/>
          </ac:spMkLst>
        </pc:spChg>
        <pc:spChg chg="del">
          <ac:chgData name="Mehta, Nitigya" userId="2ce0a30e-b553-4196-816e-9b4b68fa0946" providerId="ADAL" clId="{84A614D2-F730-4FA7-9F5E-71DDA3674305}" dt="2026-05-30T09:30:11.157" v="17461" actId="478"/>
          <ac:spMkLst>
            <pc:docMk/>
            <pc:sldMk cId="4247222549" sldId="2147483646"/>
            <ac:spMk id="5" creationId="{B84B1C65-D62C-5DB4-4FA9-6BB0916CF7B0}"/>
          </ac:spMkLst>
        </pc:spChg>
        <pc:spChg chg="del">
          <ac:chgData name="Mehta, Nitigya" userId="2ce0a30e-b553-4196-816e-9b4b68fa0946" providerId="ADAL" clId="{84A614D2-F730-4FA7-9F5E-71DDA3674305}" dt="2026-05-30T09:30:11.157" v="17461" actId="478"/>
          <ac:spMkLst>
            <pc:docMk/>
            <pc:sldMk cId="4247222549" sldId="2147483646"/>
            <ac:spMk id="6" creationId="{F5980CE4-DD74-8B95-BC97-D797C31AD609}"/>
          </ac:spMkLst>
        </pc:spChg>
        <pc:spChg chg="del">
          <ac:chgData name="Mehta, Nitigya" userId="2ce0a30e-b553-4196-816e-9b4b68fa0946" providerId="ADAL" clId="{84A614D2-F730-4FA7-9F5E-71DDA3674305}" dt="2026-05-30T09:30:11.157" v="17461" actId="478"/>
          <ac:spMkLst>
            <pc:docMk/>
            <pc:sldMk cId="4247222549" sldId="2147483646"/>
            <ac:spMk id="7" creationId="{DF4FE1CE-AC12-0C83-333D-516EC838D117}"/>
          </ac:spMkLst>
        </pc:spChg>
        <pc:spChg chg="del">
          <ac:chgData name="Mehta, Nitigya" userId="2ce0a30e-b553-4196-816e-9b4b68fa0946" providerId="ADAL" clId="{84A614D2-F730-4FA7-9F5E-71DDA3674305}" dt="2026-05-30T09:30:11.157" v="17461" actId="478"/>
          <ac:spMkLst>
            <pc:docMk/>
            <pc:sldMk cId="4247222549" sldId="2147483646"/>
            <ac:spMk id="8" creationId="{C4AF837E-107C-5348-6527-E4B6AD2D62BC}"/>
          </ac:spMkLst>
        </pc:spChg>
        <pc:spChg chg="del">
          <ac:chgData name="Mehta, Nitigya" userId="2ce0a30e-b553-4196-816e-9b4b68fa0946" providerId="ADAL" clId="{84A614D2-F730-4FA7-9F5E-71DDA3674305}" dt="2026-05-30T09:30:11.157" v="17461" actId="478"/>
          <ac:spMkLst>
            <pc:docMk/>
            <pc:sldMk cId="4247222549" sldId="2147483646"/>
            <ac:spMk id="9" creationId="{4A800B9C-CD7E-230E-8BFF-4E5C99E5DFFA}"/>
          </ac:spMkLst>
        </pc:spChg>
        <pc:spChg chg="del">
          <ac:chgData name="Mehta, Nitigya" userId="2ce0a30e-b553-4196-816e-9b4b68fa0946" providerId="ADAL" clId="{84A614D2-F730-4FA7-9F5E-71DDA3674305}" dt="2026-05-30T09:30:08.351" v="17460" actId="478"/>
          <ac:spMkLst>
            <pc:docMk/>
            <pc:sldMk cId="4247222549" sldId="2147483646"/>
            <ac:spMk id="10" creationId="{99F0C122-44B3-E6DC-D8D8-6F954ECC5127}"/>
          </ac:spMkLst>
        </pc:spChg>
        <pc:spChg chg="del">
          <ac:chgData name="Mehta, Nitigya" userId="2ce0a30e-b553-4196-816e-9b4b68fa0946" providerId="ADAL" clId="{84A614D2-F730-4FA7-9F5E-71DDA3674305}" dt="2026-05-30T09:30:11.157" v="17461" actId="478"/>
          <ac:spMkLst>
            <pc:docMk/>
            <pc:sldMk cId="4247222549" sldId="2147483646"/>
            <ac:spMk id="11" creationId="{E21B0901-47F9-937A-89D4-42917022A651}"/>
          </ac:spMkLst>
        </pc:spChg>
        <pc:spChg chg="del">
          <ac:chgData name="Mehta, Nitigya" userId="2ce0a30e-b553-4196-816e-9b4b68fa0946" providerId="ADAL" clId="{84A614D2-F730-4FA7-9F5E-71DDA3674305}" dt="2026-05-30T09:30:11.157" v="17461" actId="478"/>
          <ac:spMkLst>
            <pc:docMk/>
            <pc:sldMk cId="4247222549" sldId="2147483646"/>
            <ac:spMk id="12" creationId="{E5317180-69F7-3F6A-4ECF-356F595E60F1}"/>
          </ac:spMkLst>
        </pc:spChg>
        <pc:spChg chg="del">
          <ac:chgData name="Mehta, Nitigya" userId="2ce0a30e-b553-4196-816e-9b4b68fa0946" providerId="ADAL" clId="{84A614D2-F730-4FA7-9F5E-71DDA3674305}" dt="2026-05-30T09:30:11.157" v="17461" actId="478"/>
          <ac:spMkLst>
            <pc:docMk/>
            <pc:sldMk cId="4247222549" sldId="2147483646"/>
            <ac:spMk id="13" creationId="{6A82445F-02B8-9FF9-D98B-EA109B830D58}"/>
          </ac:spMkLst>
        </pc:spChg>
        <pc:spChg chg="del">
          <ac:chgData name="Mehta, Nitigya" userId="2ce0a30e-b553-4196-816e-9b4b68fa0946" providerId="ADAL" clId="{84A614D2-F730-4FA7-9F5E-71DDA3674305}" dt="2026-05-30T09:29:50.175" v="17459" actId="478"/>
          <ac:spMkLst>
            <pc:docMk/>
            <pc:sldMk cId="4247222549" sldId="2147483646"/>
            <ac:spMk id="15" creationId="{BF671104-09E6-AC31-E014-110A919E9DD5}"/>
          </ac:spMkLst>
        </pc:spChg>
        <pc:spChg chg="del">
          <ac:chgData name="Mehta, Nitigya" userId="2ce0a30e-b553-4196-816e-9b4b68fa0946" providerId="ADAL" clId="{84A614D2-F730-4FA7-9F5E-71DDA3674305}" dt="2026-05-30T09:46:23.124" v="18509" actId="478"/>
          <ac:spMkLst>
            <pc:docMk/>
            <pc:sldMk cId="4247222549" sldId="2147483646"/>
            <ac:spMk id="18" creationId="{DD24F75D-A98D-5F12-6E5E-8CBC0AABE678}"/>
          </ac:spMkLst>
        </pc:spChg>
        <pc:spChg chg="del">
          <ac:chgData name="Mehta, Nitigya" userId="2ce0a30e-b553-4196-816e-9b4b68fa0946" providerId="ADAL" clId="{84A614D2-F730-4FA7-9F5E-71DDA3674305}" dt="2026-05-30T09:46:21.981" v="18508" actId="478"/>
          <ac:spMkLst>
            <pc:docMk/>
            <pc:sldMk cId="4247222549" sldId="2147483646"/>
            <ac:spMk id="24" creationId="{F8CEC807-74C9-4161-F5E8-66CC5512239F}"/>
          </ac:spMkLst>
        </pc:spChg>
        <pc:spChg chg="add mod">
          <ac:chgData name="Mehta, Nitigya" userId="2ce0a30e-b553-4196-816e-9b4b68fa0946" providerId="ADAL" clId="{84A614D2-F730-4FA7-9F5E-71DDA3674305}" dt="2026-05-30T09:44:50.046" v="17721" actId="20577"/>
          <ac:spMkLst>
            <pc:docMk/>
            <pc:sldMk cId="4247222549" sldId="2147483646"/>
            <ac:spMk id="25" creationId="{9CC2F0E9-AAD8-5371-B751-49CABD29339D}"/>
          </ac:spMkLst>
        </pc:spChg>
        <pc:spChg chg="add mod">
          <ac:chgData name="Mehta, Nitigya" userId="2ce0a30e-b553-4196-816e-9b4b68fa0946" providerId="ADAL" clId="{84A614D2-F730-4FA7-9F5E-71DDA3674305}" dt="2026-05-30T09:45:46.307" v="18324" actId="1036"/>
          <ac:spMkLst>
            <pc:docMk/>
            <pc:sldMk cId="4247222549" sldId="2147483646"/>
            <ac:spMk id="26" creationId="{0B6041C8-91E8-CEDB-BF36-A1932B2DF957}"/>
          </ac:spMkLst>
        </pc:spChg>
        <pc:spChg chg="add mod">
          <ac:chgData name="Mehta, Nitigya" userId="2ce0a30e-b553-4196-816e-9b4b68fa0946" providerId="ADAL" clId="{84A614D2-F730-4FA7-9F5E-71DDA3674305}" dt="2026-05-30T09:44:50.012" v="17693" actId="20577"/>
          <ac:spMkLst>
            <pc:docMk/>
            <pc:sldMk cId="4247222549" sldId="2147483646"/>
            <ac:spMk id="27" creationId="{80122EC9-4CC5-2838-A432-E542673633EB}"/>
          </ac:spMkLst>
        </pc:spChg>
        <pc:spChg chg="del">
          <ac:chgData name="Mehta, Nitigya" userId="2ce0a30e-b553-4196-816e-9b4b68fa0946" providerId="ADAL" clId="{84A614D2-F730-4FA7-9F5E-71DDA3674305}" dt="2026-05-30T09:46:21.981" v="18508" actId="478"/>
          <ac:spMkLst>
            <pc:docMk/>
            <pc:sldMk cId="4247222549" sldId="2147483646"/>
            <ac:spMk id="28" creationId="{AD7AEC46-E15E-BA56-954A-D9BE47BB5768}"/>
          </ac:spMkLst>
        </pc:spChg>
        <pc:spChg chg="del">
          <ac:chgData name="Mehta, Nitigya" userId="2ce0a30e-b553-4196-816e-9b4b68fa0946" providerId="ADAL" clId="{84A614D2-F730-4FA7-9F5E-71DDA3674305}" dt="2026-05-30T09:46:21.981" v="18508" actId="478"/>
          <ac:spMkLst>
            <pc:docMk/>
            <pc:sldMk cId="4247222549" sldId="2147483646"/>
            <ac:spMk id="30" creationId="{14210109-48D0-1B81-DA8B-42BDDABBC482}"/>
          </ac:spMkLst>
        </pc:spChg>
        <pc:spChg chg="add mod">
          <ac:chgData name="Mehta, Nitigya" userId="2ce0a30e-b553-4196-816e-9b4b68fa0946" providerId="ADAL" clId="{84A614D2-F730-4FA7-9F5E-71DDA3674305}" dt="2026-05-30T09:44:50.030" v="17707" actId="20577"/>
          <ac:spMkLst>
            <pc:docMk/>
            <pc:sldMk cId="4247222549" sldId="2147483646"/>
            <ac:spMk id="31" creationId="{0C634DC4-D49B-D03A-3762-4C1AF1313441}"/>
          </ac:spMkLst>
        </pc:spChg>
        <pc:spChg chg="add del mod">
          <ac:chgData name="Mehta, Nitigya" userId="2ce0a30e-b553-4196-816e-9b4b68fa0946" providerId="ADAL" clId="{84A614D2-F730-4FA7-9F5E-71DDA3674305}" dt="2026-05-30T09:38:17.552" v="17607" actId="478"/>
          <ac:spMkLst>
            <pc:docMk/>
            <pc:sldMk cId="4247222549" sldId="2147483646"/>
            <ac:spMk id="32" creationId="{757041E8-1027-2DAD-2227-99B28192C6EC}"/>
          </ac:spMkLst>
        </pc:spChg>
        <pc:spChg chg="add del mod">
          <ac:chgData name="Mehta, Nitigya" userId="2ce0a30e-b553-4196-816e-9b4b68fa0946" providerId="ADAL" clId="{84A614D2-F730-4FA7-9F5E-71DDA3674305}" dt="2026-05-30T09:40:10.329" v="17630" actId="478"/>
          <ac:spMkLst>
            <pc:docMk/>
            <pc:sldMk cId="4247222549" sldId="2147483646"/>
            <ac:spMk id="33" creationId="{6A947C9A-E63B-F0A4-9831-4321F463AF3E}"/>
          </ac:spMkLst>
        </pc:spChg>
        <pc:spChg chg="add del mod">
          <ac:chgData name="Mehta, Nitigya" userId="2ce0a30e-b553-4196-816e-9b4b68fa0946" providerId="ADAL" clId="{84A614D2-F730-4FA7-9F5E-71DDA3674305}" dt="2026-05-30T09:40:10.329" v="17630" actId="478"/>
          <ac:spMkLst>
            <pc:docMk/>
            <pc:sldMk cId="4247222549" sldId="2147483646"/>
            <ac:spMk id="34" creationId="{BEC7B52B-0ADA-D34B-E4DD-51B1FA7C061A}"/>
          </ac:spMkLst>
        </pc:spChg>
        <pc:spChg chg="add del mod">
          <ac:chgData name="Mehta, Nitigya" userId="2ce0a30e-b553-4196-816e-9b4b68fa0946" providerId="ADAL" clId="{84A614D2-F730-4FA7-9F5E-71DDA3674305}" dt="2026-05-30T09:40:10.329" v="17630" actId="478"/>
          <ac:spMkLst>
            <pc:docMk/>
            <pc:sldMk cId="4247222549" sldId="2147483646"/>
            <ac:spMk id="35" creationId="{17572A81-D6D5-289D-13A9-842F146CFDB6}"/>
          </ac:spMkLst>
        </pc:spChg>
        <pc:spChg chg="del">
          <ac:chgData name="Mehta, Nitigya" userId="2ce0a30e-b553-4196-816e-9b4b68fa0946" providerId="ADAL" clId="{84A614D2-F730-4FA7-9F5E-71DDA3674305}" dt="2026-05-30T09:46:21.981" v="18508" actId="478"/>
          <ac:spMkLst>
            <pc:docMk/>
            <pc:sldMk cId="4247222549" sldId="2147483646"/>
            <ac:spMk id="40" creationId="{708609F2-F98C-6C21-0088-3406F6549553}"/>
          </ac:spMkLst>
        </pc:spChg>
        <pc:spChg chg="add mod">
          <ac:chgData name="Mehta, Nitigya" userId="2ce0a30e-b553-4196-816e-9b4b68fa0946" providerId="ADAL" clId="{84A614D2-F730-4FA7-9F5E-71DDA3674305}" dt="2026-05-30T09:44:50.049" v="17723" actId="20577"/>
          <ac:spMkLst>
            <pc:docMk/>
            <pc:sldMk cId="4247222549" sldId="2147483646"/>
            <ac:spMk id="47" creationId="{B11CB9A5-119C-3A77-CA5E-F25B558FA5DF}"/>
          </ac:spMkLst>
        </pc:spChg>
        <pc:spChg chg="add mod">
          <ac:chgData name="Mehta, Nitigya" userId="2ce0a30e-b553-4196-816e-9b4b68fa0946" providerId="ADAL" clId="{84A614D2-F730-4FA7-9F5E-71DDA3674305}" dt="2026-05-30T09:45:46.307" v="18324" actId="1036"/>
          <ac:spMkLst>
            <pc:docMk/>
            <pc:sldMk cId="4247222549" sldId="2147483646"/>
            <ac:spMk id="48" creationId="{4F695A5E-185D-48A7-98C5-2078650E9AD4}"/>
          </ac:spMkLst>
        </pc:spChg>
        <pc:spChg chg="add mod">
          <ac:chgData name="Mehta, Nitigya" userId="2ce0a30e-b553-4196-816e-9b4b68fa0946" providerId="ADAL" clId="{84A614D2-F730-4FA7-9F5E-71DDA3674305}" dt="2026-05-30T09:45:46.307" v="18324" actId="1036"/>
          <ac:spMkLst>
            <pc:docMk/>
            <pc:sldMk cId="4247222549" sldId="2147483646"/>
            <ac:spMk id="49" creationId="{693CC96F-9299-5728-FFCE-A74C164CF2AF}"/>
          </ac:spMkLst>
        </pc:spChg>
        <pc:spChg chg="add mod">
          <ac:chgData name="Mehta, Nitigya" userId="2ce0a30e-b553-4196-816e-9b4b68fa0946" providerId="ADAL" clId="{84A614D2-F730-4FA7-9F5E-71DDA3674305}" dt="2026-05-30T09:44:50.052" v="17725" actId="20577"/>
          <ac:spMkLst>
            <pc:docMk/>
            <pc:sldMk cId="4247222549" sldId="2147483646"/>
            <ac:spMk id="50" creationId="{AEC652CB-F286-7948-A44E-58A581AA8D57}"/>
          </ac:spMkLst>
        </pc:spChg>
        <pc:spChg chg="add mod">
          <ac:chgData name="Mehta, Nitigya" userId="2ce0a30e-b553-4196-816e-9b4b68fa0946" providerId="ADAL" clId="{84A614D2-F730-4FA7-9F5E-71DDA3674305}" dt="2026-05-30T09:44:50.018" v="17697" actId="20577"/>
          <ac:spMkLst>
            <pc:docMk/>
            <pc:sldMk cId="4247222549" sldId="2147483646"/>
            <ac:spMk id="51" creationId="{090BEE0A-3C50-28B0-F295-7B0CFE5B790B}"/>
          </ac:spMkLst>
        </pc:spChg>
        <pc:spChg chg="add mod">
          <ac:chgData name="Mehta, Nitigya" userId="2ce0a30e-b553-4196-816e-9b4b68fa0946" providerId="ADAL" clId="{84A614D2-F730-4FA7-9F5E-71DDA3674305}" dt="2026-05-30T09:44:50.035" v="17711" actId="20577"/>
          <ac:spMkLst>
            <pc:docMk/>
            <pc:sldMk cId="4247222549" sldId="2147483646"/>
            <ac:spMk id="52" creationId="{8B7E2461-E494-419C-8ECF-05D9BF95D145}"/>
          </ac:spMkLst>
        </pc:spChg>
        <pc:spChg chg="add mod">
          <ac:chgData name="Mehta, Nitigya" userId="2ce0a30e-b553-4196-816e-9b4b68fa0946" providerId="ADAL" clId="{84A614D2-F730-4FA7-9F5E-71DDA3674305}" dt="2026-05-30T09:44:50.054" v="17727" actId="20577"/>
          <ac:spMkLst>
            <pc:docMk/>
            <pc:sldMk cId="4247222549" sldId="2147483646"/>
            <ac:spMk id="53" creationId="{F4F9EA9D-19D1-721D-ED3E-DED7B634834B}"/>
          </ac:spMkLst>
        </pc:spChg>
        <pc:spChg chg="add mod">
          <ac:chgData name="Mehta, Nitigya" userId="2ce0a30e-b553-4196-816e-9b4b68fa0946" providerId="ADAL" clId="{84A614D2-F730-4FA7-9F5E-71DDA3674305}" dt="2026-05-30T09:45:46.307" v="18324" actId="1036"/>
          <ac:spMkLst>
            <pc:docMk/>
            <pc:sldMk cId="4247222549" sldId="2147483646"/>
            <ac:spMk id="56" creationId="{6DB39950-73FA-4F51-4FD7-BE9E2094EECE}"/>
          </ac:spMkLst>
        </pc:spChg>
        <pc:spChg chg="del">
          <ac:chgData name="Mehta, Nitigya" userId="2ce0a30e-b553-4196-816e-9b4b68fa0946" providerId="ADAL" clId="{84A614D2-F730-4FA7-9F5E-71DDA3674305}" dt="2026-05-30T09:46:21.981" v="18508" actId="478"/>
          <ac:spMkLst>
            <pc:docMk/>
            <pc:sldMk cId="4247222549" sldId="2147483646"/>
            <ac:spMk id="57" creationId="{A90E679C-02BC-351B-88B9-2984C89D60F3}"/>
          </ac:spMkLst>
        </pc:spChg>
        <pc:spChg chg="del">
          <ac:chgData name="Mehta, Nitigya" userId="2ce0a30e-b553-4196-816e-9b4b68fa0946" providerId="ADAL" clId="{84A614D2-F730-4FA7-9F5E-71DDA3674305}" dt="2026-05-30T09:46:21.981" v="18508" actId="478"/>
          <ac:spMkLst>
            <pc:docMk/>
            <pc:sldMk cId="4247222549" sldId="2147483646"/>
            <ac:spMk id="58" creationId="{AFFB404B-71F9-93EB-4891-B7AC920E89A7}"/>
          </ac:spMkLst>
        </pc:spChg>
        <pc:spChg chg="add mod">
          <ac:chgData name="Mehta, Nitigya" userId="2ce0a30e-b553-4196-816e-9b4b68fa0946" providerId="ADAL" clId="{84A614D2-F730-4FA7-9F5E-71DDA3674305}" dt="2026-05-30T09:44:50.037" v="17713" actId="20577"/>
          <ac:spMkLst>
            <pc:docMk/>
            <pc:sldMk cId="4247222549" sldId="2147483646"/>
            <ac:spMk id="60" creationId="{E4FB9252-5157-ED64-C0C9-88A731E559B2}"/>
          </ac:spMkLst>
        </pc:spChg>
        <pc:spChg chg="add mod">
          <ac:chgData name="Mehta, Nitigya" userId="2ce0a30e-b553-4196-816e-9b4b68fa0946" providerId="ADAL" clId="{84A614D2-F730-4FA7-9F5E-71DDA3674305}" dt="2026-05-30T09:44:50.057" v="17729" actId="20577"/>
          <ac:spMkLst>
            <pc:docMk/>
            <pc:sldMk cId="4247222549" sldId="2147483646"/>
            <ac:spMk id="62" creationId="{A7A55F81-EA62-9D54-6848-065466A7CEE3}"/>
          </ac:spMkLst>
        </pc:spChg>
        <pc:spChg chg="add mod">
          <ac:chgData name="Mehta, Nitigya" userId="2ce0a30e-b553-4196-816e-9b4b68fa0946" providerId="ADAL" clId="{84A614D2-F730-4FA7-9F5E-71DDA3674305}" dt="2026-05-30T09:44:50.023" v="17701" actId="20577"/>
          <ac:spMkLst>
            <pc:docMk/>
            <pc:sldMk cId="4247222549" sldId="2147483646"/>
            <ac:spMk id="63" creationId="{D9C9DC71-424F-ED0F-6D9D-6E103EB701B9}"/>
          </ac:spMkLst>
        </pc:spChg>
        <pc:spChg chg="add mod">
          <ac:chgData name="Mehta, Nitigya" userId="2ce0a30e-b553-4196-816e-9b4b68fa0946" providerId="ADAL" clId="{84A614D2-F730-4FA7-9F5E-71DDA3674305}" dt="2026-05-30T09:44:50.039" v="17715" actId="20577"/>
          <ac:spMkLst>
            <pc:docMk/>
            <pc:sldMk cId="4247222549" sldId="2147483646"/>
            <ac:spMk id="65" creationId="{3BD0C617-324B-4B95-CD37-0295FA9633F5}"/>
          </ac:spMkLst>
        </pc:spChg>
        <pc:spChg chg="add mod">
          <ac:chgData name="Mehta, Nitigya" userId="2ce0a30e-b553-4196-816e-9b4b68fa0946" providerId="ADAL" clId="{84A614D2-F730-4FA7-9F5E-71DDA3674305}" dt="2026-05-30T09:44:50.059" v="17731" actId="20577"/>
          <ac:spMkLst>
            <pc:docMk/>
            <pc:sldMk cId="4247222549" sldId="2147483646"/>
            <ac:spMk id="66" creationId="{4C1791EC-8D63-FDA9-41D4-854C076A7FB4}"/>
          </ac:spMkLst>
        </pc:spChg>
        <pc:spChg chg="add mod">
          <ac:chgData name="Mehta, Nitigya" userId="2ce0a30e-b553-4196-816e-9b4b68fa0946" providerId="ADAL" clId="{84A614D2-F730-4FA7-9F5E-71DDA3674305}" dt="2026-05-30T09:44:50.025" v="17703" actId="20577"/>
          <ac:spMkLst>
            <pc:docMk/>
            <pc:sldMk cId="4247222549" sldId="2147483646"/>
            <ac:spMk id="67" creationId="{DCF46119-1EC0-BD73-7A8F-8BB494D274F5}"/>
          </ac:spMkLst>
        </pc:spChg>
        <pc:spChg chg="del">
          <ac:chgData name="Mehta, Nitigya" userId="2ce0a30e-b553-4196-816e-9b4b68fa0946" providerId="ADAL" clId="{84A614D2-F730-4FA7-9F5E-71DDA3674305}" dt="2026-05-30T09:46:21.981" v="18508" actId="478"/>
          <ac:spMkLst>
            <pc:docMk/>
            <pc:sldMk cId="4247222549" sldId="2147483646"/>
            <ac:spMk id="70" creationId="{1756D22A-445E-6865-678B-7B7A03EF3926}"/>
          </ac:spMkLst>
        </pc:spChg>
        <pc:spChg chg="add mod">
          <ac:chgData name="Mehta, Nitigya" userId="2ce0a30e-b553-4196-816e-9b4b68fa0946" providerId="ADAL" clId="{84A614D2-F730-4FA7-9F5E-71DDA3674305}" dt="2026-05-30T09:44:50.042" v="17717" actId="20577"/>
          <ac:spMkLst>
            <pc:docMk/>
            <pc:sldMk cId="4247222549" sldId="2147483646"/>
            <ac:spMk id="71" creationId="{47401C8B-47B0-7BFC-5F68-D708BB148BBA}"/>
          </ac:spMkLst>
        </pc:spChg>
        <pc:spChg chg="add del mod modVis">
          <ac:chgData name="Mehta, Nitigya" userId="2ce0a30e-b553-4196-816e-9b4b68fa0946" providerId="ADAL" clId="{84A614D2-F730-4FA7-9F5E-71DDA3674305}" dt="2026-05-30T09:44:50.105" v="17755"/>
          <ac:spMkLst>
            <pc:docMk/>
            <pc:sldMk cId="4247222549" sldId="2147483646"/>
            <ac:spMk id="75" creationId="{1F818B09-88DA-9CCB-8770-12318F299675}"/>
          </ac:spMkLst>
        </pc:spChg>
        <pc:spChg chg="del">
          <ac:chgData name="Mehta, Nitigya" userId="2ce0a30e-b553-4196-816e-9b4b68fa0946" providerId="ADAL" clId="{84A614D2-F730-4FA7-9F5E-71DDA3674305}" dt="2026-05-30T09:46:21.981" v="18508" actId="478"/>
          <ac:spMkLst>
            <pc:docMk/>
            <pc:sldMk cId="4247222549" sldId="2147483646"/>
            <ac:spMk id="77" creationId="{E21153F9-FE35-6CAD-3128-0C59778949DB}"/>
          </ac:spMkLst>
        </pc:spChg>
        <pc:spChg chg="add del mod modVis">
          <ac:chgData name="Mehta, Nitigya" userId="2ce0a30e-b553-4196-816e-9b4b68fa0946" providerId="ADAL" clId="{84A614D2-F730-4FA7-9F5E-71DDA3674305}" dt="2026-05-30T09:45:08.683" v="17807"/>
          <ac:spMkLst>
            <pc:docMk/>
            <pc:sldMk cId="4247222549" sldId="2147483646"/>
            <ac:spMk id="78" creationId="{32D2BAC8-B98E-4FD0-A9B6-8452F2BEEC06}"/>
          </ac:spMkLst>
        </pc:spChg>
        <pc:spChg chg="add del mod modVis">
          <ac:chgData name="Mehta, Nitigya" userId="2ce0a30e-b553-4196-816e-9b4b68fa0946" providerId="ADAL" clId="{84A614D2-F730-4FA7-9F5E-71DDA3674305}" dt="2026-05-30T09:45:09.432" v="17835"/>
          <ac:spMkLst>
            <pc:docMk/>
            <pc:sldMk cId="4247222549" sldId="2147483646"/>
            <ac:spMk id="79" creationId="{A2E98581-2A00-3CDB-5BE9-4E010FCAD1C5}"/>
          </ac:spMkLst>
        </pc:spChg>
        <pc:spChg chg="add del mod modVis">
          <ac:chgData name="Mehta, Nitigya" userId="2ce0a30e-b553-4196-816e-9b4b68fa0946" providerId="ADAL" clId="{84A614D2-F730-4FA7-9F5E-71DDA3674305}" dt="2026-05-30T09:45:17.227" v="17891"/>
          <ac:spMkLst>
            <pc:docMk/>
            <pc:sldMk cId="4247222549" sldId="2147483646"/>
            <ac:spMk id="80" creationId="{01F0AEDB-012C-EA04-CBFD-715797C67738}"/>
          </ac:spMkLst>
        </pc:spChg>
        <pc:spChg chg="mod">
          <ac:chgData name="Mehta, Nitigya" userId="2ce0a30e-b553-4196-816e-9b4b68fa0946" providerId="ADAL" clId="{84A614D2-F730-4FA7-9F5E-71DDA3674305}" dt="2026-05-30T09:51:12.388" v="18893" actId="20577"/>
          <ac:spMkLst>
            <pc:docMk/>
            <pc:sldMk cId="4247222549" sldId="2147483646"/>
            <ac:spMk id="81" creationId="{CED4DB84-D3CC-5B46-8020-CC4B80839C33}"/>
          </ac:spMkLst>
        </pc:spChg>
        <pc:spChg chg="add del mod modVis">
          <ac:chgData name="Mehta, Nitigya" userId="2ce0a30e-b553-4196-816e-9b4b68fa0946" providerId="ADAL" clId="{84A614D2-F730-4FA7-9F5E-71DDA3674305}" dt="2026-05-30T09:45:17.906" v="17918"/>
          <ac:spMkLst>
            <pc:docMk/>
            <pc:sldMk cId="4247222549" sldId="2147483646"/>
            <ac:spMk id="82" creationId="{1F65BF6B-7FBB-E936-362E-A1F4C204E251}"/>
          </ac:spMkLst>
        </pc:spChg>
        <pc:spChg chg="del">
          <ac:chgData name="Mehta, Nitigya" userId="2ce0a30e-b553-4196-816e-9b4b68fa0946" providerId="ADAL" clId="{84A614D2-F730-4FA7-9F5E-71DDA3674305}" dt="2026-05-30T09:46:21.981" v="18508" actId="478"/>
          <ac:spMkLst>
            <pc:docMk/>
            <pc:sldMk cId="4247222549" sldId="2147483646"/>
            <ac:spMk id="83" creationId="{137B5F57-2B69-5F8E-6D38-3FC266FE86AA}"/>
          </ac:spMkLst>
        </pc:spChg>
        <pc:spChg chg="add del mod modVis">
          <ac:chgData name="Mehta, Nitigya" userId="2ce0a30e-b553-4196-816e-9b4b68fa0946" providerId="ADAL" clId="{84A614D2-F730-4FA7-9F5E-71DDA3674305}" dt="2026-05-30T09:45:18.654" v="17945"/>
          <ac:spMkLst>
            <pc:docMk/>
            <pc:sldMk cId="4247222549" sldId="2147483646"/>
            <ac:spMk id="85" creationId="{8A02FF3D-FE68-9C3B-D3A5-901D5A3C4BFC}"/>
          </ac:spMkLst>
        </pc:spChg>
        <pc:spChg chg="add del mod modVis">
          <ac:chgData name="Mehta, Nitigya" userId="2ce0a30e-b553-4196-816e-9b4b68fa0946" providerId="ADAL" clId="{84A614D2-F730-4FA7-9F5E-71DDA3674305}" dt="2026-05-30T09:45:20.475" v="17980"/>
          <ac:spMkLst>
            <pc:docMk/>
            <pc:sldMk cId="4247222549" sldId="2147483646"/>
            <ac:spMk id="86" creationId="{C0F32C19-6744-E4F1-408B-EED133E77499}"/>
          </ac:spMkLst>
        </pc:spChg>
        <pc:spChg chg="del">
          <ac:chgData name="Mehta, Nitigya" userId="2ce0a30e-b553-4196-816e-9b4b68fa0946" providerId="ADAL" clId="{84A614D2-F730-4FA7-9F5E-71DDA3674305}" dt="2026-05-30T09:46:21.981" v="18508" actId="478"/>
          <ac:spMkLst>
            <pc:docMk/>
            <pc:sldMk cId="4247222549" sldId="2147483646"/>
            <ac:spMk id="87" creationId="{7DE1E657-D646-AB78-1476-A33C545EB25F}"/>
          </ac:spMkLst>
        </pc:spChg>
        <pc:spChg chg="add del mod modVis">
          <ac:chgData name="Mehta, Nitigya" userId="2ce0a30e-b553-4196-816e-9b4b68fa0946" providerId="ADAL" clId="{84A614D2-F730-4FA7-9F5E-71DDA3674305}" dt="2026-05-30T09:45:23.517" v="18022"/>
          <ac:spMkLst>
            <pc:docMk/>
            <pc:sldMk cId="4247222549" sldId="2147483646"/>
            <ac:spMk id="90" creationId="{687BC5A5-61AE-01DF-2312-3D2199BF9FFE}"/>
          </ac:spMkLst>
        </pc:spChg>
        <pc:spChg chg="add del mod modVis">
          <ac:chgData name="Mehta, Nitigya" userId="2ce0a30e-b553-4196-816e-9b4b68fa0946" providerId="ADAL" clId="{84A614D2-F730-4FA7-9F5E-71DDA3674305}" dt="2026-05-30T09:45:24.619" v="18051"/>
          <ac:spMkLst>
            <pc:docMk/>
            <pc:sldMk cId="4247222549" sldId="2147483646"/>
            <ac:spMk id="91" creationId="{5338B4E1-1F1A-29A1-95F9-2665A31CF42B}"/>
          </ac:spMkLst>
        </pc:spChg>
        <pc:spChg chg="add del mod modVis">
          <ac:chgData name="Mehta, Nitigya" userId="2ce0a30e-b553-4196-816e-9b4b68fa0946" providerId="ADAL" clId="{84A614D2-F730-4FA7-9F5E-71DDA3674305}" dt="2026-05-30T09:45:25.834" v="18082"/>
          <ac:spMkLst>
            <pc:docMk/>
            <pc:sldMk cId="4247222549" sldId="2147483646"/>
            <ac:spMk id="92" creationId="{746986FE-8918-5129-A169-BB9340EEE723}"/>
          </ac:spMkLst>
        </pc:spChg>
        <pc:spChg chg="add del mod modVis">
          <ac:chgData name="Mehta, Nitigya" userId="2ce0a30e-b553-4196-816e-9b4b68fa0946" providerId="ADAL" clId="{84A614D2-F730-4FA7-9F5E-71DDA3674305}" dt="2026-05-30T09:45:27.064" v="18117"/>
          <ac:spMkLst>
            <pc:docMk/>
            <pc:sldMk cId="4247222549" sldId="2147483646"/>
            <ac:spMk id="93" creationId="{0E8D6584-6B84-889A-DFEE-D4B82075CEA5}"/>
          </ac:spMkLst>
        </pc:spChg>
        <pc:spChg chg="add del mod modVis">
          <ac:chgData name="Mehta, Nitigya" userId="2ce0a30e-b553-4196-816e-9b4b68fa0946" providerId="ADAL" clId="{84A614D2-F730-4FA7-9F5E-71DDA3674305}" dt="2026-05-30T09:45:28.728" v="18152"/>
          <ac:spMkLst>
            <pc:docMk/>
            <pc:sldMk cId="4247222549" sldId="2147483646"/>
            <ac:spMk id="94" creationId="{48097399-DA17-9B5A-EC5F-9309000805B8}"/>
          </ac:spMkLst>
        </pc:spChg>
        <pc:spChg chg="add del mod modVis">
          <ac:chgData name="Mehta, Nitigya" userId="2ce0a30e-b553-4196-816e-9b4b68fa0946" providerId="ADAL" clId="{84A614D2-F730-4FA7-9F5E-71DDA3674305}" dt="2026-05-30T09:45:30.682" v="18185"/>
          <ac:spMkLst>
            <pc:docMk/>
            <pc:sldMk cId="4247222549" sldId="2147483646"/>
            <ac:spMk id="95" creationId="{9C16EE94-C608-3F1C-EC84-8D899C66DABE}"/>
          </ac:spMkLst>
        </pc:spChg>
        <pc:spChg chg="add del mod modVis">
          <ac:chgData name="Mehta, Nitigya" userId="2ce0a30e-b553-4196-816e-9b4b68fa0946" providerId="ADAL" clId="{84A614D2-F730-4FA7-9F5E-71DDA3674305}" dt="2026-05-30T09:45:32.641" v="18213"/>
          <ac:spMkLst>
            <pc:docMk/>
            <pc:sldMk cId="4247222549" sldId="2147483646"/>
            <ac:spMk id="96" creationId="{9BF9F7BC-8680-42C5-EE58-2F761B04F41F}"/>
          </ac:spMkLst>
        </pc:spChg>
        <pc:spChg chg="add del mod modVis">
          <ac:chgData name="Mehta, Nitigya" userId="2ce0a30e-b553-4196-816e-9b4b68fa0946" providerId="ADAL" clId="{84A614D2-F730-4FA7-9F5E-71DDA3674305}" dt="2026-05-30T09:45:34.420" v="18248"/>
          <ac:spMkLst>
            <pc:docMk/>
            <pc:sldMk cId="4247222549" sldId="2147483646"/>
            <ac:spMk id="97" creationId="{88CA044C-C003-FB79-52E5-F997F5DF6C19}"/>
          </ac:spMkLst>
        </pc:spChg>
        <pc:spChg chg="add del mod modVis">
          <ac:chgData name="Mehta, Nitigya" userId="2ce0a30e-b553-4196-816e-9b4b68fa0946" providerId="ADAL" clId="{84A614D2-F730-4FA7-9F5E-71DDA3674305}" dt="2026-05-30T09:45:39.542" v="18282"/>
          <ac:spMkLst>
            <pc:docMk/>
            <pc:sldMk cId="4247222549" sldId="2147483646"/>
            <ac:spMk id="98" creationId="{954BB7E4-FE0E-1AAC-E8A1-8E783AEF2B17}"/>
          </ac:spMkLst>
        </pc:spChg>
        <pc:spChg chg="add del mod modVis">
          <ac:chgData name="Mehta, Nitigya" userId="2ce0a30e-b553-4196-816e-9b4b68fa0946" providerId="ADAL" clId="{84A614D2-F730-4FA7-9F5E-71DDA3674305}" dt="2026-05-30T09:45:48.053" v="18349"/>
          <ac:spMkLst>
            <pc:docMk/>
            <pc:sldMk cId="4247222549" sldId="2147483646"/>
            <ac:spMk id="99" creationId="{D7BF6173-B6ED-6CAC-04F9-3125689B8875}"/>
          </ac:spMkLst>
        </pc:spChg>
        <pc:spChg chg="mod">
          <ac:chgData name="Mehta, Nitigya" userId="2ce0a30e-b553-4196-816e-9b4b68fa0946" providerId="ADAL" clId="{84A614D2-F730-4FA7-9F5E-71DDA3674305}" dt="2026-05-30T09:45:46.307" v="18324" actId="1036"/>
          <ac:spMkLst>
            <pc:docMk/>
            <pc:sldMk cId="4247222549" sldId="2147483646"/>
            <ac:spMk id="100" creationId="{FE51E2E0-FC85-512A-B95C-687469187402}"/>
          </ac:spMkLst>
        </pc:spChg>
        <pc:spChg chg="add del mod modVis">
          <ac:chgData name="Mehta, Nitigya" userId="2ce0a30e-b553-4196-816e-9b4b68fa0946" providerId="ADAL" clId="{84A614D2-F730-4FA7-9F5E-71DDA3674305}" dt="2026-05-30T09:45:51.696" v="18379"/>
          <ac:spMkLst>
            <pc:docMk/>
            <pc:sldMk cId="4247222549" sldId="2147483646"/>
            <ac:spMk id="101" creationId="{EBAA06D2-FDA7-D897-0C70-0DF033D74237}"/>
          </ac:spMkLst>
        </pc:spChg>
        <pc:spChg chg="add del mod modVis">
          <ac:chgData name="Mehta, Nitigya" userId="2ce0a30e-b553-4196-816e-9b4b68fa0946" providerId="ADAL" clId="{84A614D2-F730-4FA7-9F5E-71DDA3674305}" dt="2026-05-30T09:45:52.442" v="18413"/>
          <ac:spMkLst>
            <pc:docMk/>
            <pc:sldMk cId="4247222549" sldId="2147483646"/>
            <ac:spMk id="102" creationId="{1BFC5E09-D263-F585-B3BC-9F001D9AB25D}"/>
          </ac:spMkLst>
        </pc:spChg>
        <pc:spChg chg="mod">
          <ac:chgData name="Mehta, Nitigya" userId="2ce0a30e-b553-4196-816e-9b4b68fa0946" providerId="ADAL" clId="{84A614D2-F730-4FA7-9F5E-71DDA3674305}" dt="2026-05-30T09:45:46.307" v="18324" actId="1036"/>
          <ac:spMkLst>
            <pc:docMk/>
            <pc:sldMk cId="4247222549" sldId="2147483646"/>
            <ac:spMk id="103" creationId="{A872F794-F040-DE89-6E93-152F5763E94E}"/>
          </ac:spMkLst>
        </pc:spChg>
        <pc:spChg chg="add del mod modVis">
          <ac:chgData name="Mehta, Nitigya" userId="2ce0a30e-b553-4196-816e-9b4b68fa0946" providerId="ADAL" clId="{84A614D2-F730-4FA7-9F5E-71DDA3674305}" dt="2026-05-30T09:45:55.002" v="18461"/>
          <ac:spMkLst>
            <pc:docMk/>
            <pc:sldMk cId="4247222549" sldId="2147483646"/>
            <ac:spMk id="104" creationId="{6F55128B-D8E8-C2F3-01B6-881D1C494715}"/>
          </ac:spMkLst>
        </pc:spChg>
        <pc:spChg chg="add del mod modVis">
          <ac:chgData name="Mehta, Nitigya" userId="2ce0a30e-b553-4196-816e-9b4b68fa0946" providerId="ADAL" clId="{84A614D2-F730-4FA7-9F5E-71DDA3674305}" dt="2026-05-30T09:46:02.338" v="18495"/>
          <ac:spMkLst>
            <pc:docMk/>
            <pc:sldMk cId="4247222549" sldId="2147483646"/>
            <ac:spMk id="105" creationId="{F458BCEC-81FA-BDC3-3005-DF106C08BFED}"/>
          </ac:spMkLst>
        </pc:spChg>
        <pc:spChg chg="mod">
          <ac:chgData name="Mehta, Nitigya" userId="2ce0a30e-b553-4196-816e-9b4b68fa0946" providerId="ADAL" clId="{84A614D2-F730-4FA7-9F5E-71DDA3674305}" dt="2026-05-30T09:45:46.307" v="18324" actId="1036"/>
          <ac:spMkLst>
            <pc:docMk/>
            <pc:sldMk cId="4247222549" sldId="2147483646"/>
            <ac:spMk id="109" creationId="{79C2B454-02D0-64E7-DFE3-4131B55CCC46}"/>
          </ac:spMkLst>
        </pc:spChg>
        <pc:spChg chg="mod">
          <ac:chgData name="Mehta, Nitigya" userId="2ce0a30e-b553-4196-816e-9b4b68fa0946" providerId="ADAL" clId="{84A614D2-F730-4FA7-9F5E-71DDA3674305}" dt="2026-05-30T09:34:50.041" v="17549" actId="20577"/>
          <ac:spMkLst>
            <pc:docMk/>
            <pc:sldMk cId="4247222549" sldId="2147483646"/>
            <ac:spMk id="119" creationId="{D68DE88A-295B-2F00-E715-DB144092FF9D}"/>
          </ac:spMkLst>
        </pc:spChg>
        <pc:spChg chg="mod">
          <ac:chgData name="Mehta, Nitigya" userId="2ce0a30e-b553-4196-816e-9b4b68fa0946" providerId="ADAL" clId="{84A614D2-F730-4FA7-9F5E-71DDA3674305}" dt="2026-05-30T09:45:46.307" v="18324" actId="1036"/>
          <ac:spMkLst>
            <pc:docMk/>
            <pc:sldMk cId="4247222549" sldId="2147483646"/>
            <ac:spMk id="121" creationId="{82FDD514-471A-A175-DF98-35FEE1CAF64E}"/>
          </ac:spMkLst>
        </pc:spChg>
        <pc:spChg chg="mod">
          <ac:chgData name="Mehta, Nitigya" userId="2ce0a30e-b553-4196-816e-9b4b68fa0946" providerId="ADAL" clId="{84A614D2-F730-4FA7-9F5E-71DDA3674305}" dt="2026-05-30T09:44:50.006" v="17691" actId="20577"/>
          <ac:spMkLst>
            <pc:docMk/>
            <pc:sldMk cId="4247222549" sldId="2147483646"/>
            <ac:spMk id="128" creationId="{468AC3EC-6917-DAAB-C7ED-F093B9CE094E}"/>
          </ac:spMkLst>
        </pc:spChg>
        <pc:spChg chg="mod">
          <ac:chgData name="Mehta, Nitigya" userId="2ce0a30e-b553-4196-816e-9b4b68fa0946" providerId="ADAL" clId="{84A614D2-F730-4FA7-9F5E-71DDA3674305}" dt="2026-05-30T09:45:46.307" v="18324" actId="1036"/>
          <ac:spMkLst>
            <pc:docMk/>
            <pc:sldMk cId="4247222549" sldId="2147483646"/>
            <ac:spMk id="133" creationId="{608F7AD4-AE50-E7E1-7DF8-2D22EDDADABD}"/>
          </ac:spMkLst>
        </pc:spChg>
        <pc:spChg chg="mod">
          <ac:chgData name="Mehta, Nitigya" userId="2ce0a30e-b553-4196-816e-9b4b68fa0946" providerId="ADAL" clId="{84A614D2-F730-4FA7-9F5E-71DDA3674305}" dt="2026-05-30T09:44:50.027" v="17705" actId="20577"/>
          <ac:spMkLst>
            <pc:docMk/>
            <pc:sldMk cId="4247222549" sldId="2147483646"/>
            <ac:spMk id="137" creationId="{DBE3BD20-F586-F262-25F9-0CB5E7A0ECF2}"/>
          </ac:spMkLst>
        </pc:spChg>
        <pc:spChg chg="mod">
          <ac:chgData name="Mehta, Nitigya" userId="2ce0a30e-b553-4196-816e-9b4b68fa0946" providerId="ADAL" clId="{84A614D2-F730-4FA7-9F5E-71DDA3674305}" dt="2026-05-30T09:45:00.666" v="17761" actId="20577"/>
          <ac:spMkLst>
            <pc:docMk/>
            <pc:sldMk cId="4247222549" sldId="2147483646"/>
            <ac:spMk id="144" creationId="{B3D0ED78-5FFC-1C22-29A7-067161646081}"/>
          </ac:spMkLst>
        </pc:spChg>
        <pc:spChg chg="mod">
          <ac:chgData name="Mehta, Nitigya" userId="2ce0a30e-b553-4196-816e-9b4b68fa0946" providerId="ADAL" clId="{84A614D2-F730-4FA7-9F5E-71DDA3674305}" dt="2026-05-30T09:41:04.458" v="17657" actId="14100"/>
          <ac:spMkLst>
            <pc:docMk/>
            <pc:sldMk cId="4247222549" sldId="2147483646"/>
            <ac:spMk id="145" creationId="{39FF6D1B-A26C-F1CD-7F53-E4B8C88E5794}"/>
          </ac:spMkLst>
        </pc:spChg>
        <pc:spChg chg="mod">
          <ac:chgData name="Mehta, Nitigya" userId="2ce0a30e-b553-4196-816e-9b4b68fa0946" providerId="ADAL" clId="{84A614D2-F730-4FA7-9F5E-71DDA3674305}" dt="2026-05-30T09:45:46.307" v="18324" actId="1036"/>
          <ac:spMkLst>
            <pc:docMk/>
            <pc:sldMk cId="4247222549" sldId="2147483646"/>
            <ac:spMk id="146" creationId="{147B7BAA-524D-7AE8-3DDE-6E68F2A69703}"/>
          </ac:spMkLst>
        </pc:spChg>
        <pc:spChg chg="del">
          <ac:chgData name="Mehta, Nitigya" userId="2ce0a30e-b553-4196-816e-9b4b68fa0946" providerId="ADAL" clId="{84A614D2-F730-4FA7-9F5E-71DDA3674305}" dt="2026-05-30T09:36:55.562" v="17586" actId="478"/>
          <ac:spMkLst>
            <pc:docMk/>
            <pc:sldMk cId="4247222549" sldId="2147483646"/>
            <ac:spMk id="147" creationId="{EB811D24-09CF-BE9F-609E-58E658EE4CF3}"/>
          </ac:spMkLst>
        </pc:spChg>
        <pc:spChg chg="mod">
          <ac:chgData name="Mehta, Nitigya" userId="2ce0a30e-b553-4196-816e-9b4b68fa0946" providerId="ADAL" clId="{84A614D2-F730-4FA7-9F5E-71DDA3674305}" dt="2026-05-30T09:41:38.207" v="17676" actId="20577"/>
          <ac:spMkLst>
            <pc:docMk/>
            <pc:sldMk cId="4247222549" sldId="2147483646"/>
            <ac:spMk id="148" creationId="{DE091C1D-E267-CA59-4030-7FE26A5B0465}"/>
          </ac:spMkLst>
        </pc:spChg>
        <pc:spChg chg="mod">
          <ac:chgData name="Mehta, Nitigya" userId="2ce0a30e-b553-4196-816e-9b4b68fa0946" providerId="ADAL" clId="{84A614D2-F730-4FA7-9F5E-71DDA3674305}" dt="2026-05-30T09:41:18.611" v="17659" actId="408"/>
          <ac:spMkLst>
            <pc:docMk/>
            <pc:sldMk cId="4247222549" sldId="2147483646"/>
            <ac:spMk id="149" creationId="{0A33ACAA-42B9-4668-5B59-E18986C1302A}"/>
          </ac:spMkLst>
        </pc:spChg>
        <pc:spChg chg="mod">
          <ac:chgData name="Mehta, Nitigya" userId="2ce0a30e-b553-4196-816e-9b4b68fa0946" providerId="ADAL" clId="{84A614D2-F730-4FA7-9F5E-71DDA3674305}" dt="2026-05-30T09:43:16.238" v="17689" actId="20577"/>
          <ac:spMkLst>
            <pc:docMk/>
            <pc:sldMk cId="4247222549" sldId="2147483646"/>
            <ac:spMk id="150" creationId="{A6661D31-82B7-90E2-C549-A433E5D1754D}"/>
          </ac:spMkLst>
        </pc:spChg>
        <pc:graphicFrameChg chg="mod">
          <ac:chgData name="Mehta, Nitigya" userId="2ce0a30e-b553-4196-816e-9b4b68fa0946" providerId="ADAL" clId="{84A614D2-F730-4FA7-9F5E-71DDA3674305}" dt="2026-05-30T09:46:02.340" v="18497"/>
          <ac:graphicFrameMkLst>
            <pc:docMk/>
            <pc:sldMk cId="4247222549" sldId="2147483646"/>
            <ac:graphicFrameMk id="4" creationId="{D445E2C5-B8AF-24CA-8C95-2FCE73E0E6B2}"/>
          </ac:graphicFrameMkLst>
        </pc:graphicFrameChg>
        <pc:graphicFrameChg chg="add mod">
          <ac:chgData name="Mehta, Nitigya" userId="2ce0a30e-b553-4196-816e-9b4b68fa0946" providerId="ADAL" clId="{84A614D2-F730-4FA7-9F5E-71DDA3674305}" dt="2026-05-30T09:47:06.058" v="18526"/>
          <ac:graphicFrameMkLst>
            <pc:docMk/>
            <pc:sldMk cId="4247222549" sldId="2147483646"/>
            <ac:graphicFrameMk id="106" creationId="{4868C9D7-B378-B247-8BFD-639FF7E448A5}"/>
          </ac:graphicFrameMkLst>
        </pc:graphicFrameChg>
        <pc:graphicFrameChg chg="add mod modGraphic">
          <ac:chgData name="Mehta, Nitigya" userId="2ce0a30e-b553-4196-816e-9b4b68fa0946" providerId="ADAL" clId="{84A614D2-F730-4FA7-9F5E-71DDA3674305}" dt="2026-05-30T09:51:00.856" v="18864" actId="2711"/>
          <ac:graphicFrameMkLst>
            <pc:docMk/>
            <pc:sldMk cId="4247222549" sldId="2147483646"/>
            <ac:graphicFrameMk id="107" creationId="{5FE4B364-8296-FFA7-7320-64E4E764A1FB}"/>
          </ac:graphicFrameMkLst>
        </pc:graphicFrameChg>
        <pc:cxnChg chg="add del mod">
          <ac:chgData name="Mehta, Nitigya" userId="2ce0a30e-b553-4196-816e-9b4b68fa0946" providerId="ADAL" clId="{84A614D2-F730-4FA7-9F5E-71DDA3674305}" dt="2026-05-30T09:40:20.666" v="17632" actId="478"/>
          <ac:cxnSpMkLst>
            <pc:docMk/>
            <pc:sldMk cId="4247222549" sldId="2147483646"/>
            <ac:cxnSpMk id="23" creationId="{82248578-B138-9261-BC11-3DCC3D350705}"/>
          </ac:cxnSpMkLst>
        </pc:cxnChg>
        <pc:cxnChg chg="add mod">
          <ac:chgData name="Mehta, Nitigya" userId="2ce0a30e-b553-4196-816e-9b4b68fa0946" providerId="ADAL" clId="{84A614D2-F730-4FA7-9F5E-71DDA3674305}" dt="2026-05-30T09:40:24.546" v="17636" actId="1035"/>
          <ac:cxnSpMkLst>
            <pc:docMk/>
            <pc:sldMk cId="4247222549" sldId="2147483646"/>
            <ac:cxnSpMk id="46" creationId="{14885BA3-5991-C20A-2055-1465A4B329D5}"/>
          </ac:cxnSpMkLst>
        </pc:cxnChg>
        <pc:cxnChg chg="add del mod">
          <ac:chgData name="Mehta, Nitigya" userId="2ce0a30e-b553-4196-816e-9b4b68fa0946" providerId="ADAL" clId="{84A614D2-F730-4FA7-9F5E-71DDA3674305}" dt="2026-05-30T09:40:18.370" v="17631" actId="14100"/>
          <ac:cxnSpMkLst>
            <pc:docMk/>
            <pc:sldMk cId="4247222549" sldId="2147483646"/>
            <ac:cxnSpMk id="120" creationId="{EE184EE6-A2B0-C098-7C16-ADD47ABE4E5D}"/>
          </ac:cxnSpMkLst>
        </pc:cxnChg>
        <pc:cxnChg chg="add del mod">
          <ac:chgData name="Mehta, Nitigya" userId="2ce0a30e-b553-4196-816e-9b4b68fa0946" providerId="ADAL" clId="{84A614D2-F730-4FA7-9F5E-71DDA3674305}" dt="2026-05-30T09:32:45.029" v="17498" actId="478"/>
          <ac:cxnSpMkLst>
            <pc:docMk/>
            <pc:sldMk cId="4247222549" sldId="2147483646"/>
            <ac:cxnSpMk id="129" creationId="{3D501998-1A36-C9AF-080B-A6F4BC19D2FE}"/>
          </ac:cxnSpMkLst>
        </pc:cxnChg>
      </pc:sldChg>
      <pc:sldMasterChg chg="delSp mod">
        <pc:chgData name="Mehta, Nitigya" userId="2ce0a30e-b553-4196-816e-9b4b68fa0946" providerId="ADAL" clId="{84A614D2-F730-4FA7-9F5E-71DDA3674305}" dt="2026-05-30T09:29:32.051" v="17458" actId="478"/>
        <pc:sldMasterMkLst>
          <pc:docMk/>
          <pc:sldMasterMk cId="0" sldId="2147483648"/>
        </pc:sldMasterMkLst>
        <pc:spChg chg="del">
          <ac:chgData name="Mehta, Nitigya" userId="2ce0a30e-b553-4196-816e-9b4b68fa0946" providerId="ADAL" clId="{84A614D2-F730-4FA7-9F5E-71DDA3674305}" dt="2026-05-30T09:29:32.051" v="17458" actId="478"/>
          <ac:spMkLst>
            <pc:docMk/>
            <pc:sldMasterMk cId="0" sldId="2147483648"/>
            <ac:spMk id="7" creationId="{00000000-0000-0000-0000-000000000000}"/>
          </ac:spMkLst>
        </pc:spChg>
        <pc:spChg chg="del">
          <ac:chgData name="Mehta, Nitigya" userId="2ce0a30e-b553-4196-816e-9b4b68fa0946" providerId="ADAL" clId="{84A614D2-F730-4FA7-9F5E-71DDA3674305}" dt="2026-05-30T09:29:30.379" v="17457" actId="478"/>
          <ac:spMkLst>
            <pc:docMk/>
            <pc:sldMasterMk cId="0" sldId="2147483648"/>
            <ac:spMk id="8"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12572B-F973-4732-A453-119EA490170A}" type="datetimeFigureOut">
              <a:rPr lang="en-GB" smtClean="0"/>
              <a:t>30/05/2026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B83C12-F094-4EDD-ABDC-7BADBDED5742}" type="slidenum">
              <a:rPr lang="en-GB" smtClean="0"/>
              <a:t>‹#›</a:t>
            </a:fld>
            <a:endParaRPr lang="en-GB"/>
          </a:p>
        </p:txBody>
      </p:sp>
    </p:spTree>
    <p:extLst>
      <p:ext uri="{BB962C8B-B14F-4D97-AF65-F5344CB8AC3E}">
        <p14:creationId xmlns:p14="http://schemas.microsoft.com/office/powerpoint/2010/main" val="9168789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3A8927E5-BED3-44D0-9ADF-FA873E1D6DAF}" type="datetimeFigureOut">
              <a:rPr lang="en-IN" smtClean="0"/>
              <a:pPr/>
              <a:t>30-05-2026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IN"/>
              <a:t>Edit Master text styles</a:t>
            </a:r>
          </a:p>
          <a:p>
            <a:pPr lvl="1"/>
            <a:r>
              <a:rPr lang="en-IN"/>
              <a:t>Second level</a:t>
            </a:r>
          </a:p>
          <a:p>
            <a:pPr lvl="2"/>
            <a:r>
              <a:rPr lang="en-IN"/>
              <a:t>Third level</a:t>
            </a:r>
          </a:p>
          <a:p>
            <a:pPr lvl="3"/>
            <a:r>
              <a:rPr lang="en-IN"/>
              <a:t>Fourth level</a:t>
            </a:r>
          </a:p>
          <a:p>
            <a:pPr lvl="4"/>
            <a:r>
              <a:rPr lang="en-IN"/>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7324DA73-AE27-4433-BD53-3E1DB61918F0}" type="slidenum">
              <a:rPr lang="en-IN" smtClean="0"/>
              <a:pPr/>
              <a:t>‹#›</a:t>
            </a:fld>
            <a:endParaRPr lang="en-IN"/>
          </a:p>
        </p:txBody>
      </p:sp>
    </p:spTree>
    <p:extLst>
      <p:ext uri="{BB962C8B-B14F-4D97-AF65-F5344CB8AC3E}">
        <p14:creationId xmlns:p14="http://schemas.microsoft.com/office/powerpoint/2010/main" val="1329885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4A05B-BC79-8741-B629-26360F2B58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72547-FD5E-5237-4B81-E1EFED5387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8E4B85-D8C2-A75F-9A17-693DAC06BB6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A07C19D-B750-9FD2-3649-B2F9B64AD1BE}"/>
              </a:ext>
            </a:extLst>
          </p:cNvPr>
          <p:cNvSpPr>
            <a:spLocks noGrp="1"/>
          </p:cNvSpPr>
          <p:nvPr>
            <p:ph type="sldNum" sz="quarter" idx="5"/>
          </p:nvPr>
        </p:nvSpPr>
        <p:spPr/>
        <p:txBody>
          <a:bodyPr/>
          <a:lstStyle/>
          <a:p>
            <a:fld id="{7324DA73-AE27-4433-BD53-3E1DB61918F0}" type="slidenum">
              <a:rPr lang="en-IN" smtClean="0"/>
              <a:pPr/>
              <a:t>1</a:t>
            </a:fld>
            <a:endParaRPr lang="en-IN"/>
          </a:p>
        </p:txBody>
      </p:sp>
    </p:spTree>
    <p:extLst>
      <p:ext uri="{BB962C8B-B14F-4D97-AF65-F5344CB8AC3E}">
        <p14:creationId xmlns:p14="http://schemas.microsoft.com/office/powerpoint/2010/main" val="7272870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svg"/><Relationship Id="rId5" Type="http://schemas.openxmlformats.org/officeDocument/2006/relationships/image" Target="../media/image4.jpe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5.svg"/><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2.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ADF218-4163-EE91-D689-5FA17B01BF32}"/>
              </a:ext>
            </a:extLst>
          </p:cNvPr>
          <p:cNvGraphicFramePr>
            <a:graphicFrameLocks noChangeAspect="1"/>
          </p:cNvGraphicFramePr>
          <p:nvPr userDrawn="1">
            <p:custDataLst>
              <p:tags r:id="rId1"/>
            </p:custDataLst>
            <p:extLst>
              <p:ext uri="{D42A27DB-BD31-4B8C-83A1-F6EECF244321}">
                <p14:modId xmlns:p14="http://schemas.microsoft.com/office/powerpoint/2010/main" val="15853409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5" name="think-cell data - do not delete" hidden="1">
                        <a:extLst>
                          <a:ext uri="{FF2B5EF4-FFF2-40B4-BE49-F238E27FC236}">
                            <a16:creationId xmlns:a16="http://schemas.microsoft.com/office/drawing/2014/main" id="{88ADF218-4163-EE91-D689-5FA17B01BF3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body" sz="quarter" idx="10" hasCustomPrompt="1"/>
          </p:nvPr>
        </p:nvSpPr>
        <p:spPr>
          <a:xfrm>
            <a:off x="457200" y="1992768"/>
            <a:ext cx="9321800" cy="2837315"/>
          </a:xfrm>
        </p:spPr>
        <p:txBody>
          <a:bodyPr lIns="0" tIns="0" rIns="0" bIns="0" anchor="b">
            <a:spAutoFit/>
          </a:bodyPr>
          <a:lstStyle>
            <a:lvl1pPr marL="0" indent="0" rtl="0" fontAlgn="base">
              <a:lnSpc>
                <a:spcPct val="85000"/>
              </a:lnSpc>
              <a:spcBef>
                <a:spcPts val="0"/>
              </a:spcBef>
              <a:spcAft>
                <a:spcPts val="0"/>
              </a:spcAft>
              <a:buFont typeface="Arial" panose="020B0604020202020204" pitchFamily="34" charset="0"/>
              <a:buChar char="​"/>
              <a:defRPr sz="7200" b="1">
                <a:solidFill>
                  <a:schemeClr val="accent1"/>
                </a:solidFill>
                <a:latin typeface="+mj-lt"/>
                <a:ea typeface="+mj-ea"/>
                <a:cs typeface="+mj-cs"/>
              </a:defRPr>
            </a:lvl1pPr>
            <a:lvl2pPr marL="0" indent="0" fontAlgn="base">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solidFill>
                  <a:schemeClr val="tx1"/>
                </a:solidFill>
              </a:defRPr>
            </a:lvl3pPr>
            <a:lvl4pPr marL="0" indent="0">
              <a:lnSpc>
                <a:spcPct val="100000"/>
              </a:lnSpc>
              <a:spcBef>
                <a:spcPts val="0"/>
              </a:spcBef>
              <a:spcAft>
                <a:spcPts val="0"/>
              </a:spcAft>
              <a:buFont typeface="Arial" panose="020B0604020202020204" pitchFamily="34" charset="0"/>
              <a:buChar char="​"/>
              <a:defRPr sz="2000">
                <a:solidFill>
                  <a:schemeClr val="tx1"/>
                </a:solidFill>
              </a:defRPr>
            </a:lvl4pPr>
            <a:lvl5pPr marL="0" indent="0">
              <a:lnSpc>
                <a:spcPct val="100000"/>
              </a:lnSpc>
              <a:spcBef>
                <a:spcPts val="0"/>
              </a:spcBef>
              <a:spcAft>
                <a:spcPts val="0"/>
              </a:spcAft>
              <a:buFont typeface="Arial" panose="020B0604020202020204" pitchFamily="34" charset="0"/>
              <a:buChar char="​"/>
              <a:defRPr sz="2000">
                <a:solidFill>
                  <a:schemeClr val="tx1"/>
                </a:solidFill>
              </a:defRPr>
            </a:lvl5pPr>
            <a:lvl6pPr marL="0" indent="0">
              <a:lnSpc>
                <a:spcPct val="100000"/>
              </a:lnSpc>
              <a:spcBef>
                <a:spcPts val="0"/>
              </a:spcBef>
              <a:spcAft>
                <a:spcPts val="0"/>
              </a:spcAft>
              <a:buFont typeface="Arial" panose="020B0604020202020204" pitchFamily="34" charset="0"/>
              <a:buChar char="​"/>
              <a:defRPr sz="2000">
                <a:solidFill>
                  <a:schemeClr val="tx1"/>
                </a:solidFill>
              </a:defRPr>
            </a:lvl6pPr>
            <a:lvl7pPr marL="0" indent="0">
              <a:lnSpc>
                <a:spcPct val="100000"/>
              </a:lnSpc>
              <a:spcBef>
                <a:spcPts val="0"/>
              </a:spcBef>
              <a:spcAft>
                <a:spcPts val="0"/>
              </a:spcAft>
              <a:buFont typeface="Arial" panose="020B0604020202020204" pitchFamily="34" charset="0"/>
              <a:buChar char="​"/>
              <a:defRPr sz="2000">
                <a:solidFill>
                  <a:schemeClr val="tx1"/>
                </a:solidFill>
              </a:defRPr>
            </a:lvl7pPr>
            <a:lvl8pPr marL="0" indent="0">
              <a:lnSpc>
                <a:spcPct val="100000"/>
              </a:lnSpc>
              <a:spcBef>
                <a:spcPts val="0"/>
              </a:spcBef>
              <a:spcAft>
                <a:spcPts val="0"/>
              </a:spcAft>
              <a:buFont typeface="Arial" panose="020B0604020202020204" pitchFamily="34" charset="0"/>
              <a:buChar char="​"/>
              <a:defRPr sz="2000">
                <a:solidFill>
                  <a:schemeClr val="tx1"/>
                </a:solidFill>
              </a:defRPr>
            </a:lvl8pPr>
            <a:lvl9pPr marL="0" indent="0">
              <a:lnSpc>
                <a:spcPct val="100000"/>
              </a:lnSpc>
              <a:spcBef>
                <a:spcPts val="0"/>
              </a:spcBef>
              <a:spcAft>
                <a:spcPts val="0"/>
              </a:spcAft>
              <a:buFont typeface="Arial" panose="020B0604020202020204" pitchFamily="34" charset="0"/>
              <a:buChar char="​"/>
              <a:defRPr sz="2000">
                <a:solidFill>
                  <a:schemeClr val="tx1"/>
                </a:solidFill>
              </a:defRPr>
            </a:lvl9pPr>
          </a:lstStyle>
          <a:p>
            <a:pPr lvl="0"/>
            <a:r>
              <a:rPr lang="en-IN"/>
              <a:t>Type your Title in no more than three lines</a:t>
            </a:r>
          </a:p>
        </p:txBody>
      </p:sp>
      <p:sp>
        <p:nvSpPr>
          <p:cNvPr id="3" name="Subtitle"/>
          <p:cNvSpPr>
            <a:spLocks noGrp="1"/>
          </p:cNvSpPr>
          <p:nvPr>
            <p:ph type="body" sz="quarter" idx="11" hasCustomPrompt="1"/>
          </p:nvPr>
        </p:nvSpPr>
        <p:spPr>
          <a:xfrm>
            <a:off x="457200" y="4830084"/>
            <a:ext cx="9321800" cy="307777"/>
          </a:xfrm>
        </p:spPr>
        <p:txBody>
          <a:bodyPr lIns="0" tIns="0" rIns="0" bIns="0">
            <a:spAutoFit/>
          </a:bodyPr>
          <a:lstStyle>
            <a:lvl1pPr marL="0" indent="0" rtl="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defRPr>
            </a:lvl2pPr>
            <a:lvl3pPr marL="0" indent="0">
              <a:spcBef>
                <a:spcPts val="0"/>
              </a:spcBef>
              <a:spcAft>
                <a:spcPts val="0"/>
              </a:spcAft>
              <a:buFont typeface="Arial" panose="020B0604020202020204" pitchFamily="34" charset="0"/>
              <a:buChar char="​"/>
              <a:defRPr sz="2000">
                <a:solidFill>
                  <a:schemeClr val="tx1"/>
                </a:solidFill>
              </a:defRPr>
            </a:lvl3pPr>
            <a:lvl4pPr marL="0" indent="0">
              <a:spcBef>
                <a:spcPts val="0"/>
              </a:spcBef>
              <a:spcAft>
                <a:spcPts val="0"/>
              </a:spcAft>
              <a:buFont typeface="Arial" panose="020B0604020202020204" pitchFamily="34" charset="0"/>
              <a:buChar char="​"/>
              <a:defRPr sz="2000">
                <a:solidFill>
                  <a:schemeClr val="tx1"/>
                </a:solidFill>
              </a:defRPr>
            </a:lvl4pPr>
            <a:lvl5pPr marL="0" indent="0">
              <a:spcBef>
                <a:spcPts val="0"/>
              </a:spcBef>
              <a:spcAft>
                <a:spcPts val="0"/>
              </a:spcAft>
              <a:buFont typeface="Arial" panose="020B0604020202020204" pitchFamily="34" charset="0"/>
              <a:buChar char="​"/>
              <a:defRPr sz="2000">
                <a:solidFill>
                  <a:schemeClr val="tx1"/>
                </a:solidFill>
              </a:defRPr>
            </a:lvl5pPr>
            <a:lvl6pPr marL="0" indent="0">
              <a:spcBef>
                <a:spcPts val="0"/>
              </a:spcBef>
              <a:spcAft>
                <a:spcPts val="0"/>
              </a:spcAft>
              <a:buFont typeface="Arial" panose="020B0604020202020204" pitchFamily="34" charset="0"/>
              <a:buChar char="​"/>
              <a:defRPr sz="2000">
                <a:solidFill>
                  <a:schemeClr val="tx1"/>
                </a:solidFill>
              </a:defRPr>
            </a:lvl6pPr>
            <a:lvl7pPr marL="0" indent="0">
              <a:spcBef>
                <a:spcPts val="0"/>
              </a:spcBef>
              <a:spcAft>
                <a:spcPts val="0"/>
              </a:spcAft>
              <a:buFont typeface="Arial" panose="020B0604020202020204" pitchFamily="34" charset="0"/>
              <a:buChar char="​"/>
              <a:defRPr sz="2000">
                <a:solidFill>
                  <a:schemeClr val="tx1"/>
                </a:solidFill>
              </a:defRPr>
            </a:lvl7pPr>
            <a:lvl8pPr marL="0" indent="0">
              <a:spcBef>
                <a:spcPts val="0"/>
              </a:spcBef>
              <a:spcAft>
                <a:spcPts val="0"/>
              </a:spcAft>
              <a:buFont typeface="Arial" panose="020B0604020202020204" pitchFamily="34" charset="0"/>
              <a:buChar char="​"/>
              <a:defRPr sz="2000">
                <a:solidFill>
                  <a:schemeClr val="tx1"/>
                </a:solidFill>
              </a:defRPr>
            </a:lvl8pPr>
            <a:lvl9pPr marL="0" indent="0">
              <a:spcBef>
                <a:spcPts val="0"/>
              </a:spcBef>
              <a:spcAft>
                <a:spcPts val="0"/>
              </a:spcAft>
              <a:buFont typeface="Arial" panose="020B0604020202020204" pitchFamily="34" charset="0"/>
              <a:buChar char="​"/>
              <a:defRPr sz="2000">
                <a:solidFill>
                  <a:schemeClr val="tx1"/>
                </a:solidFill>
              </a:defRPr>
            </a:lvl9pPr>
          </a:lstStyle>
          <a:p>
            <a:pPr lvl="0"/>
            <a:r>
              <a:rPr lang="en-IN"/>
              <a:t>Type your subtitle here</a:t>
            </a:r>
          </a:p>
        </p:txBody>
      </p:sp>
      <p:sp>
        <p:nvSpPr>
          <p:cNvPr id="4" name="Presenter"/>
          <p:cNvSpPr>
            <a:spLocks noGrp="1"/>
          </p:cNvSpPr>
          <p:nvPr>
            <p:ph type="body" sz="quarter" idx="13" hasCustomPrompt="1"/>
          </p:nvPr>
        </p:nvSpPr>
        <p:spPr>
          <a:xfrm>
            <a:off x="457200" y="5754469"/>
            <a:ext cx="9321800" cy="646331"/>
          </a:xfrm>
        </p:spPr>
        <p:txBody>
          <a:bodyPr lIns="0" tIns="0" rIns="0" bIns="0" anchor="b">
            <a:spAutoFit/>
          </a:bodyPr>
          <a:lstStyle>
            <a:lvl1pPr marL="0" indent="0" rtl="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400">
                <a:solidFill>
                  <a:schemeClr val="tx1"/>
                </a:solidFill>
              </a:defRPr>
            </a:lvl2pPr>
            <a:lvl3pPr marL="0" indent="0">
              <a:spcBef>
                <a:spcPts val="0"/>
              </a:spcBef>
              <a:spcAft>
                <a:spcPts val="0"/>
              </a:spcAft>
              <a:buFont typeface="Arial" panose="020B0604020202020204" pitchFamily="34" charset="0"/>
              <a:buChar char="​"/>
              <a:defRPr sz="1400">
                <a:solidFill>
                  <a:schemeClr val="tx1"/>
                </a:solidFill>
              </a:defRPr>
            </a:lvl3pPr>
            <a:lvl4pPr marL="0" indent="0">
              <a:spcBef>
                <a:spcPts val="0"/>
              </a:spcBef>
              <a:spcAft>
                <a:spcPts val="0"/>
              </a:spcAft>
              <a:buFont typeface="Arial" panose="020B0604020202020204" pitchFamily="34" charset="0"/>
              <a:buChar char="​"/>
              <a:defRPr sz="1400">
                <a:solidFill>
                  <a:schemeClr val="tx1"/>
                </a:solidFill>
              </a:defRPr>
            </a:lvl4pPr>
            <a:lvl5pPr marL="0" indent="0">
              <a:spcBef>
                <a:spcPts val="0"/>
              </a:spcBef>
              <a:spcAft>
                <a:spcPts val="0"/>
              </a:spcAft>
              <a:buFont typeface="Arial" panose="020B0604020202020204" pitchFamily="34" charset="0"/>
              <a:buChar char="​"/>
              <a:defRPr sz="1400">
                <a:solidFill>
                  <a:schemeClr val="tx1"/>
                </a:solidFill>
              </a:defRPr>
            </a:lvl5pPr>
            <a:lvl6pPr marL="0" indent="0">
              <a:spcBef>
                <a:spcPts val="0"/>
              </a:spcBef>
              <a:spcAft>
                <a:spcPts val="0"/>
              </a:spcAft>
              <a:buFont typeface="Arial" panose="020B0604020202020204" pitchFamily="34" charset="0"/>
              <a:buChar char="​"/>
              <a:defRPr sz="1400">
                <a:solidFill>
                  <a:schemeClr val="tx1"/>
                </a:solidFill>
              </a:defRPr>
            </a:lvl6pPr>
            <a:lvl7pPr marL="0" indent="0">
              <a:spcBef>
                <a:spcPts val="0"/>
              </a:spcBef>
              <a:spcAft>
                <a:spcPts val="0"/>
              </a:spcAft>
              <a:buFont typeface="Arial" panose="020B0604020202020204" pitchFamily="34" charset="0"/>
              <a:buChar char="​"/>
              <a:defRPr sz="1400">
                <a:solidFill>
                  <a:schemeClr val="tx1"/>
                </a:solidFill>
              </a:defRPr>
            </a:lvl7pPr>
            <a:lvl8pPr marL="0" indent="0">
              <a:spcBef>
                <a:spcPts val="0"/>
              </a:spcBef>
              <a:spcAft>
                <a:spcPts val="0"/>
              </a:spcAft>
              <a:buFont typeface="Arial" panose="020B0604020202020204" pitchFamily="34" charset="0"/>
              <a:buChar char="​"/>
              <a:defRPr sz="1400">
                <a:solidFill>
                  <a:schemeClr val="tx1"/>
                </a:solidFill>
              </a:defRPr>
            </a:lvl8pPr>
            <a:lvl9pPr marL="0" indent="0">
              <a:spcBef>
                <a:spcPts val="0"/>
              </a:spcBef>
              <a:spcAft>
                <a:spcPts val="0"/>
              </a:spcAft>
              <a:buFont typeface="Arial" panose="020B0604020202020204" pitchFamily="34" charset="0"/>
              <a:buChar char="​"/>
              <a:defRPr sz="1400">
                <a:solidFill>
                  <a:schemeClr val="tx1"/>
                </a:solidFill>
              </a:defRPr>
            </a:lvl9pPr>
          </a:lstStyle>
          <a:p>
            <a:pPr lvl="0"/>
            <a:r>
              <a:rPr lang="en-IN"/>
              <a:t>Date</a:t>
            </a:r>
            <a:br>
              <a:rPr lang="en-IN"/>
            </a:br>
            <a:br>
              <a:rPr lang="en-IN"/>
            </a:br>
            <a:r>
              <a:rPr lang="en-IN"/>
              <a:t>Presenter, Location (optional) | Presenter 2, Location 2 (optional) | etc.</a:t>
            </a:r>
          </a:p>
        </p:txBody>
      </p:sp>
      <p:pic>
        <p:nvPicPr>
          <p:cNvPr id="6" name="DTP_CompanyLogo_112">
            <a:extLst>
              <a:ext uri="{FF2B5EF4-FFF2-40B4-BE49-F238E27FC236}">
                <a16:creationId xmlns:a16="http://schemas.microsoft.com/office/drawing/2014/main" id="{B951C65F-3CC0-3E76-DFB6-6AB0EC7491B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57199" y="393188"/>
            <a:ext cx="2453640" cy="46939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19CA488-2C94-3FC4-AF96-8ECB6C26D5F1}"/>
              </a:ext>
            </a:extLst>
          </p:cNvPr>
          <p:cNvGraphicFramePr>
            <a:graphicFrameLocks noChangeAspect="1"/>
          </p:cNvGraphicFramePr>
          <p:nvPr userDrawn="1">
            <p:custDataLst>
              <p:tags r:id="rId1"/>
            </p:custDataLst>
            <p:extLst>
              <p:ext uri="{D42A27DB-BD31-4B8C-83A1-F6EECF244321}">
                <p14:modId xmlns:p14="http://schemas.microsoft.com/office/powerpoint/2010/main" val="12248906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919CA488-2C94-3FC4-AF96-8ECB6C26D5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773F5860-D3BB-6323-D5F5-28B6B982DA27}"/>
              </a:ext>
            </a:extLst>
          </p:cNvPr>
          <p:cNvPicPr>
            <a:picLocks noChangeAspect="1"/>
          </p:cNvPicPr>
          <p:nvPr userDrawn="1"/>
        </p:nvPicPr>
        <p:blipFill>
          <a:blip r:embed="rId5"/>
          <a:srcRect l="5149" r="5963"/>
          <a:stretch>
            <a:fillRect/>
          </a:stretch>
        </p:blipFill>
        <p:spPr>
          <a:xfrm flipH="1">
            <a:off x="0" y="0"/>
            <a:ext cx="12192000" cy="6858001"/>
          </a:xfrm>
          <a:prstGeom prst="rect">
            <a:avLst/>
          </a:prstGeom>
        </p:spPr>
      </p:pic>
      <p:sp>
        <p:nvSpPr>
          <p:cNvPr id="8" name="Rectangle 7">
            <a:extLst>
              <a:ext uri="{FF2B5EF4-FFF2-40B4-BE49-F238E27FC236}">
                <a16:creationId xmlns:a16="http://schemas.microsoft.com/office/drawing/2014/main" id="{C372D49C-142C-603E-4E8A-D5FE08269392}"/>
              </a:ext>
            </a:extLst>
          </p:cNvPr>
          <p:cNvSpPr>
            <a:spLocks/>
          </p:cNvSpPr>
          <p:nvPr userDrawn="1"/>
        </p:nvSpPr>
        <p:spPr>
          <a:xfrm>
            <a:off x="0" y="0"/>
            <a:ext cx="12192000" cy="6858000"/>
          </a:xfrm>
          <a:prstGeom prst="rect">
            <a:avLst/>
          </a:prstGeom>
          <a:solidFill>
            <a:schemeClr val="tx1">
              <a:alpha val="5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rtl="0"/>
            <a:endParaRPr lang="en-IN" sz="1400" kern="0">
              <a:solidFill>
                <a:schemeClr val="bg1"/>
              </a:solidFill>
            </a:endParaRPr>
          </a:p>
        </p:txBody>
      </p:sp>
      <p:sp>
        <p:nvSpPr>
          <p:cNvPr id="2" name="Title"/>
          <p:cNvSpPr>
            <a:spLocks noGrp="1"/>
          </p:cNvSpPr>
          <p:nvPr>
            <p:ph type="body" sz="quarter" idx="10" hasCustomPrompt="1"/>
          </p:nvPr>
        </p:nvSpPr>
        <p:spPr>
          <a:xfrm>
            <a:off x="457200" y="1992768"/>
            <a:ext cx="9321800" cy="2837315"/>
          </a:xfrm>
        </p:spPr>
        <p:txBody>
          <a:bodyPr lIns="0" tIns="0" rIns="0" bIns="0" anchor="b">
            <a:spAutoFit/>
          </a:bodyPr>
          <a:lstStyle>
            <a:lvl1pPr marL="0" indent="0" rtl="0" fontAlgn="base">
              <a:lnSpc>
                <a:spcPct val="85000"/>
              </a:lnSpc>
              <a:spcBef>
                <a:spcPts val="0"/>
              </a:spcBef>
              <a:spcAft>
                <a:spcPts val="0"/>
              </a:spcAft>
              <a:buFont typeface="Arial" panose="020B0604020202020204" pitchFamily="34" charset="0"/>
              <a:buChar char="​"/>
              <a:defRPr sz="7200" b="1">
                <a:solidFill>
                  <a:schemeClr val="bg1"/>
                </a:solidFill>
                <a:latin typeface="+mj-lt"/>
                <a:ea typeface="+mj-ea"/>
                <a:cs typeface="+mj-cs"/>
              </a:defRPr>
            </a:lvl1pPr>
            <a:lvl2pPr marL="0" indent="0" fontAlgn="base">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solidFill>
                  <a:schemeClr val="tx1"/>
                </a:solidFill>
              </a:defRPr>
            </a:lvl3pPr>
            <a:lvl4pPr marL="0" indent="0">
              <a:lnSpc>
                <a:spcPct val="100000"/>
              </a:lnSpc>
              <a:spcBef>
                <a:spcPts val="0"/>
              </a:spcBef>
              <a:spcAft>
                <a:spcPts val="0"/>
              </a:spcAft>
              <a:buFont typeface="Arial" panose="020B0604020202020204" pitchFamily="34" charset="0"/>
              <a:buChar char="​"/>
              <a:defRPr sz="2000">
                <a:solidFill>
                  <a:schemeClr val="tx1"/>
                </a:solidFill>
              </a:defRPr>
            </a:lvl4pPr>
            <a:lvl5pPr marL="0" indent="0">
              <a:lnSpc>
                <a:spcPct val="100000"/>
              </a:lnSpc>
              <a:spcBef>
                <a:spcPts val="0"/>
              </a:spcBef>
              <a:spcAft>
                <a:spcPts val="0"/>
              </a:spcAft>
              <a:buFont typeface="Arial" panose="020B0604020202020204" pitchFamily="34" charset="0"/>
              <a:buChar char="​"/>
              <a:defRPr sz="2000">
                <a:solidFill>
                  <a:schemeClr val="tx1"/>
                </a:solidFill>
              </a:defRPr>
            </a:lvl5pPr>
            <a:lvl6pPr marL="0" indent="0">
              <a:lnSpc>
                <a:spcPct val="100000"/>
              </a:lnSpc>
              <a:spcBef>
                <a:spcPts val="0"/>
              </a:spcBef>
              <a:spcAft>
                <a:spcPts val="0"/>
              </a:spcAft>
              <a:buFont typeface="Arial" panose="020B0604020202020204" pitchFamily="34" charset="0"/>
              <a:buChar char="​"/>
              <a:defRPr sz="2000">
                <a:solidFill>
                  <a:schemeClr val="tx1"/>
                </a:solidFill>
              </a:defRPr>
            </a:lvl6pPr>
            <a:lvl7pPr marL="0" indent="0">
              <a:lnSpc>
                <a:spcPct val="100000"/>
              </a:lnSpc>
              <a:spcBef>
                <a:spcPts val="0"/>
              </a:spcBef>
              <a:spcAft>
                <a:spcPts val="0"/>
              </a:spcAft>
              <a:buFont typeface="Arial" panose="020B0604020202020204" pitchFamily="34" charset="0"/>
              <a:buChar char="​"/>
              <a:defRPr sz="2000">
                <a:solidFill>
                  <a:schemeClr val="tx1"/>
                </a:solidFill>
              </a:defRPr>
            </a:lvl7pPr>
            <a:lvl8pPr marL="0" indent="0">
              <a:lnSpc>
                <a:spcPct val="100000"/>
              </a:lnSpc>
              <a:spcBef>
                <a:spcPts val="0"/>
              </a:spcBef>
              <a:spcAft>
                <a:spcPts val="0"/>
              </a:spcAft>
              <a:buFont typeface="Arial" panose="020B0604020202020204" pitchFamily="34" charset="0"/>
              <a:buChar char="​"/>
              <a:defRPr sz="2000">
                <a:solidFill>
                  <a:schemeClr val="tx1"/>
                </a:solidFill>
              </a:defRPr>
            </a:lvl8pPr>
            <a:lvl9pPr marL="0" indent="0">
              <a:lnSpc>
                <a:spcPct val="100000"/>
              </a:lnSpc>
              <a:spcBef>
                <a:spcPts val="0"/>
              </a:spcBef>
              <a:spcAft>
                <a:spcPts val="0"/>
              </a:spcAft>
              <a:buFont typeface="Arial" panose="020B0604020202020204" pitchFamily="34" charset="0"/>
              <a:buChar char="​"/>
              <a:defRPr sz="2000">
                <a:solidFill>
                  <a:schemeClr val="tx1"/>
                </a:solidFill>
              </a:defRPr>
            </a:lvl9pPr>
          </a:lstStyle>
          <a:p>
            <a:pPr lvl="0"/>
            <a:r>
              <a:rPr lang="en-IN"/>
              <a:t>Type your Title in no more than three lines</a:t>
            </a:r>
          </a:p>
        </p:txBody>
      </p:sp>
      <p:sp>
        <p:nvSpPr>
          <p:cNvPr id="3" name="Subtitle"/>
          <p:cNvSpPr>
            <a:spLocks noGrp="1"/>
          </p:cNvSpPr>
          <p:nvPr>
            <p:ph type="body" sz="quarter" idx="11" hasCustomPrompt="1"/>
          </p:nvPr>
        </p:nvSpPr>
        <p:spPr>
          <a:xfrm>
            <a:off x="457200" y="4830084"/>
            <a:ext cx="9321800" cy="307777"/>
          </a:xfrm>
        </p:spPr>
        <p:txBody>
          <a:bodyPr lIns="0" tIns="0" rIns="0" bIns="0">
            <a:spAutoFit/>
          </a:bodyPr>
          <a:lstStyle>
            <a:lvl1pPr marL="0" indent="0" rtl="0">
              <a:spcBef>
                <a:spcPts val="0"/>
              </a:spcBef>
              <a:spcAft>
                <a:spcPts val="0"/>
              </a:spcAft>
              <a:buFont typeface="Arial" panose="020B0604020202020204" pitchFamily="34" charset="0"/>
              <a:buChar char="​"/>
              <a:defRPr sz="2000">
                <a:solidFill>
                  <a:schemeClr val="bg1"/>
                </a:solidFill>
              </a:defRPr>
            </a:lvl1pPr>
            <a:lvl2pPr marL="0" indent="0">
              <a:spcBef>
                <a:spcPts val="0"/>
              </a:spcBef>
              <a:spcAft>
                <a:spcPts val="0"/>
              </a:spcAft>
              <a:buFont typeface="Arial" panose="020B0604020202020204" pitchFamily="34" charset="0"/>
              <a:buChar char="​"/>
              <a:defRPr sz="2000">
                <a:solidFill>
                  <a:schemeClr val="tx1"/>
                </a:solidFill>
              </a:defRPr>
            </a:lvl2pPr>
            <a:lvl3pPr marL="0" indent="0">
              <a:spcBef>
                <a:spcPts val="0"/>
              </a:spcBef>
              <a:spcAft>
                <a:spcPts val="0"/>
              </a:spcAft>
              <a:buFont typeface="Arial" panose="020B0604020202020204" pitchFamily="34" charset="0"/>
              <a:buChar char="​"/>
              <a:defRPr sz="2000">
                <a:solidFill>
                  <a:schemeClr val="tx1"/>
                </a:solidFill>
              </a:defRPr>
            </a:lvl3pPr>
            <a:lvl4pPr marL="0" indent="0">
              <a:spcBef>
                <a:spcPts val="0"/>
              </a:spcBef>
              <a:spcAft>
                <a:spcPts val="0"/>
              </a:spcAft>
              <a:buFont typeface="Arial" panose="020B0604020202020204" pitchFamily="34" charset="0"/>
              <a:buChar char="​"/>
              <a:defRPr sz="2000">
                <a:solidFill>
                  <a:schemeClr val="tx1"/>
                </a:solidFill>
              </a:defRPr>
            </a:lvl4pPr>
            <a:lvl5pPr marL="0" indent="0">
              <a:spcBef>
                <a:spcPts val="0"/>
              </a:spcBef>
              <a:spcAft>
                <a:spcPts val="0"/>
              </a:spcAft>
              <a:buFont typeface="Arial" panose="020B0604020202020204" pitchFamily="34" charset="0"/>
              <a:buChar char="​"/>
              <a:defRPr sz="2000">
                <a:solidFill>
                  <a:schemeClr val="tx1"/>
                </a:solidFill>
              </a:defRPr>
            </a:lvl5pPr>
            <a:lvl6pPr marL="0" indent="0">
              <a:spcBef>
                <a:spcPts val="0"/>
              </a:spcBef>
              <a:spcAft>
                <a:spcPts val="0"/>
              </a:spcAft>
              <a:buFont typeface="Arial" panose="020B0604020202020204" pitchFamily="34" charset="0"/>
              <a:buChar char="​"/>
              <a:defRPr sz="2000">
                <a:solidFill>
                  <a:schemeClr val="tx1"/>
                </a:solidFill>
              </a:defRPr>
            </a:lvl6pPr>
            <a:lvl7pPr marL="0" indent="0">
              <a:spcBef>
                <a:spcPts val="0"/>
              </a:spcBef>
              <a:spcAft>
                <a:spcPts val="0"/>
              </a:spcAft>
              <a:buFont typeface="Arial" panose="020B0604020202020204" pitchFamily="34" charset="0"/>
              <a:buChar char="​"/>
              <a:defRPr sz="2000">
                <a:solidFill>
                  <a:schemeClr val="tx1"/>
                </a:solidFill>
              </a:defRPr>
            </a:lvl7pPr>
            <a:lvl8pPr marL="0" indent="0">
              <a:spcBef>
                <a:spcPts val="0"/>
              </a:spcBef>
              <a:spcAft>
                <a:spcPts val="0"/>
              </a:spcAft>
              <a:buFont typeface="Arial" panose="020B0604020202020204" pitchFamily="34" charset="0"/>
              <a:buChar char="​"/>
              <a:defRPr sz="2000">
                <a:solidFill>
                  <a:schemeClr val="tx1"/>
                </a:solidFill>
              </a:defRPr>
            </a:lvl8pPr>
            <a:lvl9pPr marL="0" indent="0">
              <a:spcBef>
                <a:spcPts val="0"/>
              </a:spcBef>
              <a:spcAft>
                <a:spcPts val="0"/>
              </a:spcAft>
              <a:buFont typeface="Arial" panose="020B0604020202020204" pitchFamily="34" charset="0"/>
              <a:buChar char="​"/>
              <a:defRPr sz="2000">
                <a:solidFill>
                  <a:schemeClr val="tx1"/>
                </a:solidFill>
              </a:defRPr>
            </a:lvl9pPr>
          </a:lstStyle>
          <a:p>
            <a:pPr lvl="0"/>
            <a:r>
              <a:rPr lang="en-IN"/>
              <a:t>Type your subtitle here</a:t>
            </a:r>
          </a:p>
        </p:txBody>
      </p:sp>
      <p:sp>
        <p:nvSpPr>
          <p:cNvPr id="4" name="Presenter"/>
          <p:cNvSpPr>
            <a:spLocks noGrp="1"/>
          </p:cNvSpPr>
          <p:nvPr>
            <p:ph type="body" sz="quarter" idx="13" hasCustomPrompt="1"/>
          </p:nvPr>
        </p:nvSpPr>
        <p:spPr>
          <a:xfrm>
            <a:off x="457200" y="5754469"/>
            <a:ext cx="9321800" cy="646331"/>
          </a:xfrm>
        </p:spPr>
        <p:txBody>
          <a:bodyPr lIns="0" tIns="0" rIns="0" bIns="0" anchor="b">
            <a:spAutoFit/>
          </a:bodyPr>
          <a:lstStyle>
            <a:lvl1pPr marL="0" indent="0" rtl="0" fontAlgn="base">
              <a:spcBef>
                <a:spcPts val="0"/>
              </a:spcBef>
              <a:spcAft>
                <a:spcPts val="0"/>
              </a:spcAft>
              <a:buFont typeface="Arial" panose="020B0604020202020204" pitchFamily="34" charset="0"/>
              <a:buChar char="​"/>
              <a:defRPr sz="1400">
                <a:solidFill>
                  <a:schemeClr val="bg1"/>
                </a:solidFill>
              </a:defRPr>
            </a:lvl1pPr>
            <a:lvl2pPr marL="0" indent="0" fontAlgn="base">
              <a:spcBef>
                <a:spcPts val="0"/>
              </a:spcBef>
              <a:spcAft>
                <a:spcPts val="0"/>
              </a:spcAft>
              <a:buFont typeface="Arial" panose="020B0604020202020204" pitchFamily="34" charset="0"/>
              <a:buChar char="​"/>
              <a:defRPr sz="1400">
                <a:solidFill>
                  <a:schemeClr val="tx1"/>
                </a:solidFill>
              </a:defRPr>
            </a:lvl2pPr>
            <a:lvl3pPr marL="0" indent="0">
              <a:spcBef>
                <a:spcPts val="0"/>
              </a:spcBef>
              <a:spcAft>
                <a:spcPts val="0"/>
              </a:spcAft>
              <a:buFont typeface="Arial" panose="020B0604020202020204" pitchFamily="34" charset="0"/>
              <a:buChar char="​"/>
              <a:defRPr sz="1400">
                <a:solidFill>
                  <a:schemeClr val="tx1"/>
                </a:solidFill>
              </a:defRPr>
            </a:lvl3pPr>
            <a:lvl4pPr marL="0" indent="0">
              <a:spcBef>
                <a:spcPts val="0"/>
              </a:spcBef>
              <a:spcAft>
                <a:spcPts val="0"/>
              </a:spcAft>
              <a:buFont typeface="Arial" panose="020B0604020202020204" pitchFamily="34" charset="0"/>
              <a:buChar char="​"/>
              <a:defRPr sz="1400">
                <a:solidFill>
                  <a:schemeClr val="tx1"/>
                </a:solidFill>
              </a:defRPr>
            </a:lvl4pPr>
            <a:lvl5pPr marL="0" indent="0">
              <a:spcBef>
                <a:spcPts val="0"/>
              </a:spcBef>
              <a:spcAft>
                <a:spcPts val="0"/>
              </a:spcAft>
              <a:buFont typeface="Arial" panose="020B0604020202020204" pitchFamily="34" charset="0"/>
              <a:buChar char="​"/>
              <a:defRPr sz="1400">
                <a:solidFill>
                  <a:schemeClr val="tx1"/>
                </a:solidFill>
              </a:defRPr>
            </a:lvl5pPr>
            <a:lvl6pPr marL="0" indent="0">
              <a:spcBef>
                <a:spcPts val="0"/>
              </a:spcBef>
              <a:spcAft>
                <a:spcPts val="0"/>
              </a:spcAft>
              <a:buFont typeface="Arial" panose="020B0604020202020204" pitchFamily="34" charset="0"/>
              <a:buChar char="​"/>
              <a:defRPr sz="1400">
                <a:solidFill>
                  <a:schemeClr val="tx1"/>
                </a:solidFill>
              </a:defRPr>
            </a:lvl6pPr>
            <a:lvl7pPr marL="0" indent="0">
              <a:spcBef>
                <a:spcPts val="0"/>
              </a:spcBef>
              <a:spcAft>
                <a:spcPts val="0"/>
              </a:spcAft>
              <a:buFont typeface="Arial" panose="020B0604020202020204" pitchFamily="34" charset="0"/>
              <a:buChar char="​"/>
              <a:defRPr sz="1400">
                <a:solidFill>
                  <a:schemeClr val="tx1"/>
                </a:solidFill>
              </a:defRPr>
            </a:lvl7pPr>
            <a:lvl8pPr marL="0" indent="0">
              <a:spcBef>
                <a:spcPts val="0"/>
              </a:spcBef>
              <a:spcAft>
                <a:spcPts val="0"/>
              </a:spcAft>
              <a:buFont typeface="Arial" panose="020B0604020202020204" pitchFamily="34" charset="0"/>
              <a:buChar char="​"/>
              <a:defRPr sz="1400">
                <a:solidFill>
                  <a:schemeClr val="tx1"/>
                </a:solidFill>
              </a:defRPr>
            </a:lvl8pPr>
            <a:lvl9pPr marL="0" indent="0">
              <a:spcBef>
                <a:spcPts val="0"/>
              </a:spcBef>
              <a:spcAft>
                <a:spcPts val="0"/>
              </a:spcAft>
              <a:buFont typeface="Arial" panose="020B0604020202020204" pitchFamily="34" charset="0"/>
              <a:buChar char="​"/>
              <a:defRPr sz="1400">
                <a:solidFill>
                  <a:schemeClr val="tx1"/>
                </a:solidFill>
              </a:defRPr>
            </a:lvl9pPr>
          </a:lstStyle>
          <a:p>
            <a:pPr lvl="0"/>
            <a:r>
              <a:rPr lang="en-IN"/>
              <a:t>Date</a:t>
            </a:r>
            <a:br>
              <a:rPr lang="en-IN"/>
            </a:br>
            <a:br>
              <a:rPr lang="en-IN"/>
            </a:br>
            <a:r>
              <a:rPr lang="en-IN"/>
              <a:t>Presenter, Location (optional) | Presenter 2, Location 2 (optional) | etc.</a:t>
            </a:r>
          </a:p>
        </p:txBody>
      </p:sp>
      <p:pic>
        <p:nvPicPr>
          <p:cNvPr id="10" name="DTP_CompanyLogo_inv_112">
            <a:extLst>
              <a:ext uri="{FF2B5EF4-FFF2-40B4-BE49-F238E27FC236}">
                <a16:creationId xmlns:a16="http://schemas.microsoft.com/office/drawing/2014/main" id="{AF3E26D7-CFB4-1D00-76C1-50D11E8557BA}"/>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57200" y="393189"/>
            <a:ext cx="2453640" cy="469392"/>
          </a:xfrm>
          <a:prstGeom prst="rect">
            <a:avLst/>
          </a:prstGeom>
        </p:spPr>
      </p:pic>
    </p:spTree>
    <p:extLst>
      <p:ext uri="{BB962C8B-B14F-4D97-AF65-F5344CB8AC3E}">
        <p14:creationId xmlns:p14="http://schemas.microsoft.com/office/powerpoint/2010/main" val="4060567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D3855DE-2819-518E-69C3-7D417C238AF8}"/>
              </a:ext>
            </a:extLst>
          </p:cNvPr>
          <p:cNvGraphicFramePr>
            <a:graphicFrameLocks noChangeAspect="1"/>
          </p:cNvGraphicFramePr>
          <p:nvPr userDrawn="1">
            <p:custDataLst>
              <p:tags r:id="rId1"/>
            </p:custDataLst>
            <p:extLst>
              <p:ext uri="{D42A27DB-BD31-4B8C-83A1-F6EECF244321}">
                <p14:modId xmlns:p14="http://schemas.microsoft.com/office/powerpoint/2010/main" val="13199603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5" name="think-cell data - do not delete" hidden="1">
                        <a:extLst>
                          <a:ext uri="{FF2B5EF4-FFF2-40B4-BE49-F238E27FC236}">
                            <a16:creationId xmlns:a16="http://schemas.microsoft.com/office/drawing/2014/main" id="{FD3855DE-2819-518E-69C3-7D417C238A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Content"/>
          <p:cNvSpPr>
            <a:spLocks noGrp="1"/>
          </p:cNvSpPr>
          <p:nvPr>
            <p:ph idx="11"/>
          </p:nvPr>
        </p:nvSpPr>
        <p:spPr/>
        <p:txBody>
          <a:bodyPr/>
          <a:lstStyle>
            <a:lvl1pPr rtl="0">
              <a:defRPr/>
            </a:lvl1pPr>
            <a:lvl2pPr rtl="0">
              <a:defRPr/>
            </a:lvl2pPr>
            <a:lvl3pPr rtl="0">
              <a:defRPr/>
            </a:lvl3pPr>
            <a:lvl4pPr rtl="0">
              <a:defRPr/>
            </a:lvl4pPr>
            <a:lvl5pPr rtl="0">
              <a:defRPr/>
            </a:lvl5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1" orient="horz" pos="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79D64CB-FC3B-5679-C0AF-F454BA273EDE}"/>
              </a:ext>
            </a:extLst>
          </p:cNvPr>
          <p:cNvGraphicFramePr>
            <a:graphicFrameLocks noChangeAspect="1"/>
          </p:cNvGraphicFramePr>
          <p:nvPr userDrawn="1">
            <p:custDataLst>
              <p:tags r:id="rId1"/>
            </p:custDataLst>
            <p:extLst>
              <p:ext uri="{D42A27DB-BD31-4B8C-83A1-F6EECF244321}">
                <p14:modId xmlns:p14="http://schemas.microsoft.com/office/powerpoint/2010/main" val="836335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4" name="think-cell data - do not delete" hidden="1">
                        <a:extLst>
                          <a:ext uri="{FF2B5EF4-FFF2-40B4-BE49-F238E27FC236}">
                            <a16:creationId xmlns:a16="http://schemas.microsoft.com/office/drawing/2014/main" id="{F79D64CB-FC3B-5679-C0AF-F454BA273ED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Tree>
  </p:cSld>
  <p:clrMapOvr>
    <a:masterClrMapping/>
  </p:clrMapOvr>
  <p:extLst>
    <p:ext uri="{DCECCB84-F9BA-43D5-87BE-67443E8EF086}">
      <p15:sldGuideLst xmlns:p15="http://schemas.microsoft.com/office/powerpoint/2012/main">
        <p15:guide id="1" orient="horz" pos="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455E7A6-D7B1-C398-7E08-196E90C8CD03}"/>
              </a:ext>
            </a:extLst>
          </p:cNvPr>
          <p:cNvGraphicFramePr>
            <a:graphicFrameLocks noChangeAspect="1"/>
          </p:cNvGraphicFramePr>
          <p:nvPr userDrawn="1">
            <p:custDataLst>
              <p:tags r:id="rId1"/>
            </p:custDataLst>
            <p:extLst>
              <p:ext uri="{D42A27DB-BD31-4B8C-83A1-F6EECF244321}">
                <p14:modId xmlns:p14="http://schemas.microsoft.com/office/powerpoint/2010/main" val="29567421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5" name="think-cell data - do not delete" hidden="1">
                        <a:extLst>
                          <a:ext uri="{FF2B5EF4-FFF2-40B4-BE49-F238E27FC236}">
                            <a16:creationId xmlns:a16="http://schemas.microsoft.com/office/drawing/2014/main" id="{7455E7A6-D7B1-C398-7E08-196E90C8CD0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p:cNvSpPr>
            <a:spLocks noGrp="1"/>
          </p:cNvSpPr>
          <p:nvPr>
            <p:ph type="body" idx="10" hasCustomPrompt="1"/>
          </p:nvPr>
        </p:nvSpPr>
        <p:spPr>
          <a:xfrm>
            <a:off x="457200" y="1399032"/>
            <a:ext cx="112776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Tree>
  </p:cSld>
  <p:clrMapOvr>
    <a:masterClrMapping/>
  </p:clrMapOvr>
  <p:extLst>
    <p:ext uri="{DCECCB84-F9BA-43D5-87BE-67443E8EF086}">
      <p15:sldGuideLst xmlns:p15="http://schemas.microsoft.com/office/powerpoint/2012/main">
        <p15:guide id="3" orient="horz" pos="880" userDrawn="1">
          <p15:clr>
            <a:srgbClr val="FBAE40"/>
          </p15:clr>
        </p15:guide>
        <p15:guide id="5" orient="horz" pos="118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with headin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FA54B54-5764-8D9E-17B8-7FEAECA0FD0D}"/>
              </a:ext>
            </a:extLst>
          </p:cNvPr>
          <p:cNvGraphicFramePr>
            <a:graphicFrameLocks noChangeAspect="1"/>
          </p:cNvGraphicFramePr>
          <p:nvPr userDrawn="1">
            <p:custDataLst>
              <p:tags r:id="rId1"/>
            </p:custDataLst>
            <p:extLst>
              <p:ext uri="{D42A27DB-BD31-4B8C-83A1-F6EECF244321}">
                <p14:modId xmlns:p14="http://schemas.microsoft.com/office/powerpoint/2010/main" val="38829419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6" name="think-cell data - do not delete" hidden="1">
                        <a:extLst>
                          <a:ext uri="{FF2B5EF4-FFF2-40B4-BE49-F238E27FC236}">
                            <a16:creationId xmlns:a16="http://schemas.microsoft.com/office/drawing/2014/main" id="{4FA54B54-5764-8D9E-17B8-7FEAECA0FD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p:cNvSpPr>
            <a:spLocks noGrp="1"/>
          </p:cNvSpPr>
          <p:nvPr>
            <p:ph type="body" idx="10" hasCustomPrompt="1"/>
          </p:nvPr>
        </p:nvSpPr>
        <p:spPr>
          <a:xfrm>
            <a:off x="457200" y="1399032"/>
            <a:ext cx="112776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p:cNvSpPr>
            <a:spLocks noGrp="1"/>
          </p:cNvSpPr>
          <p:nvPr>
            <p:ph idx="11"/>
          </p:nvPr>
        </p:nvSpPr>
        <p:spPr>
          <a:xfrm>
            <a:off x="457200" y="1883664"/>
            <a:ext cx="112776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3" orient="horz" pos="880" userDrawn="1">
          <p15:clr>
            <a:srgbClr val="FBAE40"/>
          </p15:clr>
        </p15:guide>
        <p15:guide id="6" orient="horz" pos="118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ig portrait photo on righ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C7ABB28-D8E1-80CB-243C-0A6C7841AC39}"/>
              </a:ext>
            </a:extLst>
          </p:cNvPr>
          <p:cNvGraphicFramePr>
            <a:graphicFrameLocks noChangeAspect="1"/>
          </p:cNvGraphicFramePr>
          <p:nvPr userDrawn="1">
            <p:custDataLst>
              <p:tags r:id="rId1"/>
            </p:custDataLst>
            <p:extLst>
              <p:ext uri="{D42A27DB-BD31-4B8C-83A1-F6EECF244321}">
                <p14:modId xmlns:p14="http://schemas.microsoft.com/office/powerpoint/2010/main" val="18958274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6" name="think-cell data - do not delete" hidden="1">
                        <a:extLst>
                          <a:ext uri="{FF2B5EF4-FFF2-40B4-BE49-F238E27FC236}">
                            <a16:creationId xmlns:a16="http://schemas.microsoft.com/office/drawing/2014/main" id="{8C7ABB28-D8E1-80CB-243C-0A6C7841AC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a:extLst>
              <a:ext uri="{FF2B5EF4-FFF2-40B4-BE49-F238E27FC236}">
                <a16:creationId xmlns:a16="http://schemas.microsoft.com/office/drawing/2014/main" id="{963C4256-FB04-439A-992B-410C42319741}"/>
              </a:ext>
            </a:extLst>
          </p:cNvPr>
          <p:cNvSpPr>
            <a:spLocks noGrp="1"/>
          </p:cNvSpPr>
          <p:nvPr>
            <p:ph type="title"/>
          </p:nvPr>
        </p:nvSpPr>
        <p:spPr>
          <a:xfrm>
            <a:off x="457200" y="384048"/>
            <a:ext cx="7365998" cy="758952"/>
          </a:xfrm>
        </p:spPr>
        <p:txBody>
          <a:bodyPr vert="horz"/>
          <a:lstStyle>
            <a:lvl1pPr rtl="0">
              <a:defRPr/>
            </a:lvl1pPr>
          </a:lstStyle>
          <a:p>
            <a:r>
              <a:rPr lang="en-IN"/>
              <a:t>Click to edit Master title style</a:t>
            </a:r>
          </a:p>
        </p:txBody>
      </p:sp>
      <p:sp>
        <p:nvSpPr>
          <p:cNvPr id="3" name="Heading"/>
          <p:cNvSpPr>
            <a:spLocks noGrp="1"/>
          </p:cNvSpPr>
          <p:nvPr>
            <p:ph type="body" idx="10" hasCustomPrompt="1"/>
          </p:nvPr>
        </p:nvSpPr>
        <p:spPr>
          <a:xfrm>
            <a:off x="457199" y="1399032"/>
            <a:ext cx="73660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p:cNvSpPr>
            <a:spLocks noGrp="1"/>
          </p:cNvSpPr>
          <p:nvPr>
            <p:ph sz="half" idx="11"/>
          </p:nvPr>
        </p:nvSpPr>
        <p:spPr>
          <a:xfrm>
            <a:off x="457198" y="1883664"/>
            <a:ext cx="73660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9" name="Picture">
            <a:extLst>
              <a:ext uri="{FF2B5EF4-FFF2-40B4-BE49-F238E27FC236}">
                <a16:creationId xmlns:a16="http://schemas.microsoft.com/office/drawing/2014/main" id="{0D3F1C2C-B46E-4074-AA0F-9EAD49A9905B}"/>
              </a:ext>
            </a:extLst>
          </p:cNvPr>
          <p:cNvSpPr>
            <a:spLocks noGrp="1"/>
          </p:cNvSpPr>
          <p:nvPr>
            <p:ph type="pic" sz="quarter" idx="20"/>
          </p:nvPr>
        </p:nvSpPr>
        <p:spPr>
          <a:xfrm>
            <a:off x="8280400" y="0"/>
            <a:ext cx="3911600" cy="6858000"/>
          </a:xfrm>
        </p:spPr>
        <p:txBody>
          <a:bodyPr tIns="640080" anchor="ctr"/>
          <a:lstStyle>
            <a:lvl1pPr marL="0" indent="0" algn="ctr" rtl="0">
              <a:buNone/>
              <a:defRPr sz="1400">
                <a:solidFill>
                  <a:schemeClr val="accent3"/>
                </a:solidFill>
              </a:defRPr>
            </a:lvl1pPr>
          </a:lstStyle>
          <a:p>
            <a:r>
              <a:rPr lang="en-IN"/>
              <a:t>Click icon to add picture</a:t>
            </a:r>
          </a:p>
        </p:txBody>
      </p:sp>
    </p:spTree>
    <p:extLst>
      <p:ext uri="{BB962C8B-B14F-4D97-AF65-F5344CB8AC3E}">
        <p14:creationId xmlns:p14="http://schemas.microsoft.com/office/powerpoint/2010/main" val="734816418"/>
      </p:ext>
    </p:extLst>
  </p:cSld>
  <p:clrMapOvr>
    <a:masterClrMapping/>
  </p:clrMapOvr>
  <p:extLst>
    <p:ext uri="{DCECCB84-F9BA-43D5-87BE-67443E8EF086}">
      <p15:sldGuideLst xmlns:p15="http://schemas.microsoft.com/office/powerpoint/2012/main">
        <p15:guide id="1" orient="horz" pos="880">
          <p15:clr>
            <a:srgbClr val="FBAE40"/>
          </p15:clr>
        </p15:guide>
        <p15:guide id="4" orient="horz" pos="1184">
          <p15:clr>
            <a:srgbClr val="FBAE40"/>
          </p15:clr>
        </p15:guide>
        <p15:guide id="6" pos="4928" userDrawn="1">
          <p15:clr>
            <a:srgbClr val="FBAE40"/>
          </p15:clr>
        </p15:guide>
        <p15:guide id="9" pos="521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Color">
    <p:bg>
      <p:bgPr>
        <a:solidFill>
          <a:schemeClr val="accent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C6B8D62-C00F-8EC4-4434-7DC6A0FADC0F}"/>
              </a:ext>
            </a:extLst>
          </p:cNvPr>
          <p:cNvGraphicFramePr>
            <a:graphicFrameLocks noChangeAspect="1"/>
          </p:cNvGraphicFramePr>
          <p:nvPr userDrawn="1">
            <p:custDataLst>
              <p:tags r:id="rId1"/>
            </p:custDataLst>
            <p:extLst>
              <p:ext uri="{D42A27DB-BD31-4B8C-83A1-F6EECF244321}">
                <p14:modId xmlns:p14="http://schemas.microsoft.com/office/powerpoint/2010/main" val="41671966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5" name="think-cell data - do not delete" hidden="1">
                        <a:extLst>
                          <a:ext uri="{FF2B5EF4-FFF2-40B4-BE49-F238E27FC236}">
                            <a16:creationId xmlns:a16="http://schemas.microsoft.com/office/drawing/2014/main" id="{4C6B8D62-C00F-8EC4-4434-7DC6A0FADC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body" sz="quarter" idx="10" hasCustomPrompt="1"/>
          </p:nvPr>
        </p:nvSpPr>
        <p:spPr>
          <a:xfrm>
            <a:off x="457200" y="1992768"/>
            <a:ext cx="9321800" cy="2837315"/>
          </a:xfrm>
        </p:spPr>
        <p:txBody>
          <a:bodyPr lIns="0" tIns="0" rIns="0" bIns="0" anchor="b">
            <a:spAutoFit/>
          </a:bodyPr>
          <a:lstStyle>
            <a:lvl1pPr marL="0" indent="0" rtl="0" fontAlgn="base">
              <a:lnSpc>
                <a:spcPct val="85000"/>
              </a:lnSpc>
              <a:spcBef>
                <a:spcPts val="0"/>
              </a:spcBef>
              <a:spcAft>
                <a:spcPts val="0"/>
              </a:spcAft>
              <a:buFont typeface="Arial" panose="020B0604020202020204" pitchFamily="34" charset="0"/>
              <a:buChar char="​"/>
              <a:defRPr sz="7200" b="1">
                <a:solidFill>
                  <a:schemeClr val="tx1"/>
                </a:solidFill>
                <a:latin typeface="+mj-lt"/>
                <a:ea typeface="+mj-ea"/>
                <a:cs typeface="+mj-cs"/>
              </a:defRPr>
            </a:lvl1pPr>
            <a:lvl2pPr marL="0" indent="0" fontAlgn="base">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solidFill>
                  <a:schemeClr val="tx1"/>
                </a:solidFill>
              </a:defRPr>
            </a:lvl3pPr>
            <a:lvl4pPr marL="0" indent="0">
              <a:lnSpc>
                <a:spcPct val="100000"/>
              </a:lnSpc>
              <a:spcBef>
                <a:spcPts val="0"/>
              </a:spcBef>
              <a:spcAft>
                <a:spcPts val="0"/>
              </a:spcAft>
              <a:buFont typeface="Arial" panose="020B0604020202020204" pitchFamily="34" charset="0"/>
              <a:buChar char="​"/>
              <a:defRPr sz="2000">
                <a:solidFill>
                  <a:schemeClr val="tx1"/>
                </a:solidFill>
              </a:defRPr>
            </a:lvl4pPr>
            <a:lvl5pPr marL="0" indent="0">
              <a:lnSpc>
                <a:spcPct val="100000"/>
              </a:lnSpc>
              <a:spcBef>
                <a:spcPts val="0"/>
              </a:spcBef>
              <a:spcAft>
                <a:spcPts val="0"/>
              </a:spcAft>
              <a:buFont typeface="Arial" panose="020B0604020202020204" pitchFamily="34" charset="0"/>
              <a:buChar char="​"/>
              <a:defRPr sz="2000">
                <a:solidFill>
                  <a:schemeClr val="tx1"/>
                </a:solidFill>
              </a:defRPr>
            </a:lvl5pPr>
            <a:lvl6pPr marL="0" indent="0">
              <a:lnSpc>
                <a:spcPct val="100000"/>
              </a:lnSpc>
              <a:spcBef>
                <a:spcPts val="0"/>
              </a:spcBef>
              <a:spcAft>
                <a:spcPts val="0"/>
              </a:spcAft>
              <a:buFont typeface="Arial" panose="020B0604020202020204" pitchFamily="34" charset="0"/>
              <a:buChar char="​"/>
              <a:defRPr sz="2000">
                <a:solidFill>
                  <a:schemeClr val="tx1"/>
                </a:solidFill>
              </a:defRPr>
            </a:lvl6pPr>
            <a:lvl7pPr marL="0" indent="0">
              <a:lnSpc>
                <a:spcPct val="100000"/>
              </a:lnSpc>
              <a:spcBef>
                <a:spcPts val="0"/>
              </a:spcBef>
              <a:spcAft>
                <a:spcPts val="0"/>
              </a:spcAft>
              <a:buFont typeface="Arial" panose="020B0604020202020204" pitchFamily="34" charset="0"/>
              <a:buChar char="​"/>
              <a:defRPr sz="2000">
                <a:solidFill>
                  <a:schemeClr val="tx1"/>
                </a:solidFill>
              </a:defRPr>
            </a:lvl7pPr>
            <a:lvl8pPr marL="0" indent="0">
              <a:lnSpc>
                <a:spcPct val="100000"/>
              </a:lnSpc>
              <a:spcBef>
                <a:spcPts val="0"/>
              </a:spcBef>
              <a:spcAft>
                <a:spcPts val="0"/>
              </a:spcAft>
              <a:buFont typeface="Arial" panose="020B0604020202020204" pitchFamily="34" charset="0"/>
              <a:buChar char="​"/>
              <a:defRPr sz="2000">
                <a:solidFill>
                  <a:schemeClr val="tx1"/>
                </a:solidFill>
              </a:defRPr>
            </a:lvl8pPr>
            <a:lvl9pPr marL="0" indent="0">
              <a:lnSpc>
                <a:spcPct val="100000"/>
              </a:lnSpc>
              <a:spcBef>
                <a:spcPts val="0"/>
              </a:spcBef>
              <a:spcAft>
                <a:spcPts val="0"/>
              </a:spcAft>
              <a:buFont typeface="Arial" panose="020B0604020202020204" pitchFamily="34" charset="0"/>
              <a:buChar char="​"/>
              <a:defRPr sz="2000">
                <a:solidFill>
                  <a:schemeClr val="tx1"/>
                </a:solidFill>
              </a:defRPr>
            </a:lvl9pPr>
          </a:lstStyle>
          <a:p>
            <a:pPr lvl="0"/>
            <a:r>
              <a:rPr lang="en-IN"/>
              <a:t>Type your Title in no more than three lines</a:t>
            </a:r>
          </a:p>
        </p:txBody>
      </p:sp>
      <p:sp>
        <p:nvSpPr>
          <p:cNvPr id="3" name="Subtitle"/>
          <p:cNvSpPr>
            <a:spLocks noGrp="1"/>
          </p:cNvSpPr>
          <p:nvPr>
            <p:ph type="body" sz="quarter" idx="11" hasCustomPrompt="1"/>
          </p:nvPr>
        </p:nvSpPr>
        <p:spPr>
          <a:xfrm>
            <a:off x="457200" y="4830084"/>
            <a:ext cx="9321800" cy="307777"/>
          </a:xfrm>
        </p:spPr>
        <p:txBody>
          <a:bodyPr lIns="0" tIns="0" rIns="0" bIns="0">
            <a:spAutoFit/>
          </a:bodyPr>
          <a:lstStyle>
            <a:lvl1pPr marL="0" indent="0" rtl="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defRPr>
            </a:lvl2pPr>
            <a:lvl3pPr marL="0" indent="0">
              <a:spcBef>
                <a:spcPts val="0"/>
              </a:spcBef>
              <a:spcAft>
                <a:spcPts val="0"/>
              </a:spcAft>
              <a:buFont typeface="Arial" panose="020B0604020202020204" pitchFamily="34" charset="0"/>
              <a:buChar char="​"/>
              <a:defRPr sz="2000">
                <a:solidFill>
                  <a:schemeClr val="tx1"/>
                </a:solidFill>
              </a:defRPr>
            </a:lvl3pPr>
            <a:lvl4pPr marL="0" indent="0">
              <a:spcBef>
                <a:spcPts val="0"/>
              </a:spcBef>
              <a:spcAft>
                <a:spcPts val="0"/>
              </a:spcAft>
              <a:buFont typeface="Arial" panose="020B0604020202020204" pitchFamily="34" charset="0"/>
              <a:buChar char="​"/>
              <a:defRPr sz="2000">
                <a:solidFill>
                  <a:schemeClr val="tx1"/>
                </a:solidFill>
              </a:defRPr>
            </a:lvl4pPr>
            <a:lvl5pPr marL="0" indent="0">
              <a:spcBef>
                <a:spcPts val="0"/>
              </a:spcBef>
              <a:spcAft>
                <a:spcPts val="0"/>
              </a:spcAft>
              <a:buFont typeface="Arial" panose="020B0604020202020204" pitchFamily="34" charset="0"/>
              <a:buChar char="​"/>
              <a:defRPr sz="2000">
                <a:solidFill>
                  <a:schemeClr val="tx1"/>
                </a:solidFill>
              </a:defRPr>
            </a:lvl5pPr>
            <a:lvl6pPr marL="0" indent="0">
              <a:spcBef>
                <a:spcPts val="0"/>
              </a:spcBef>
              <a:spcAft>
                <a:spcPts val="0"/>
              </a:spcAft>
              <a:buFont typeface="Arial" panose="020B0604020202020204" pitchFamily="34" charset="0"/>
              <a:buChar char="​"/>
              <a:defRPr sz="2000">
                <a:solidFill>
                  <a:schemeClr val="tx1"/>
                </a:solidFill>
              </a:defRPr>
            </a:lvl6pPr>
            <a:lvl7pPr marL="0" indent="0">
              <a:spcBef>
                <a:spcPts val="0"/>
              </a:spcBef>
              <a:spcAft>
                <a:spcPts val="0"/>
              </a:spcAft>
              <a:buFont typeface="Arial" panose="020B0604020202020204" pitchFamily="34" charset="0"/>
              <a:buChar char="​"/>
              <a:defRPr sz="2000">
                <a:solidFill>
                  <a:schemeClr val="tx1"/>
                </a:solidFill>
              </a:defRPr>
            </a:lvl7pPr>
            <a:lvl8pPr marL="0" indent="0">
              <a:spcBef>
                <a:spcPts val="0"/>
              </a:spcBef>
              <a:spcAft>
                <a:spcPts val="0"/>
              </a:spcAft>
              <a:buFont typeface="Arial" panose="020B0604020202020204" pitchFamily="34" charset="0"/>
              <a:buChar char="​"/>
              <a:defRPr sz="2000">
                <a:solidFill>
                  <a:schemeClr val="tx1"/>
                </a:solidFill>
              </a:defRPr>
            </a:lvl8pPr>
            <a:lvl9pPr marL="0" indent="0">
              <a:spcBef>
                <a:spcPts val="0"/>
              </a:spcBef>
              <a:spcAft>
                <a:spcPts val="0"/>
              </a:spcAft>
              <a:buFont typeface="Arial" panose="020B0604020202020204" pitchFamily="34" charset="0"/>
              <a:buChar char="​"/>
              <a:defRPr sz="2000">
                <a:solidFill>
                  <a:schemeClr val="tx1"/>
                </a:solidFill>
              </a:defRPr>
            </a:lvl9pPr>
          </a:lstStyle>
          <a:p>
            <a:pPr lvl="0"/>
            <a:r>
              <a:rPr lang="en-IN"/>
              <a:t>Type your subtitle here</a:t>
            </a:r>
          </a:p>
        </p:txBody>
      </p:sp>
      <p:sp>
        <p:nvSpPr>
          <p:cNvPr id="4" name="Presenter"/>
          <p:cNvSpPr>
            <a:spLocks noGrp="1"/>
          </p:cNvSpPr>
          <p:nvPr>
            <p:ph type="body" sz="quarter" idx="13" hasCustomPrompt="1"/>
          </p:nvPr>
        </p:nvSpPr>
        <p:spPr>
          <a:xfrm>
            <a:off x="457200" y="5754469"/>
            <a:ext cx="9321800" cy="646331"/>
          </a:xfrm>
        </p:spPr>
        <p:txBody>
          <a:bodyPr lIns="0" tIns="0" rIns="0" bIns="0" anchor="b">
            <a:spAutoFit/>
          </a:bodyPr>
          <a:lstStyle>
            <a:lvl1pPr marL="0" indent="0" rtl="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400">
                <a:solidFill>
                  <a:schemeClr val="tx1"/>
                </a:solidFill>
              </a:defRPr>
            </a:lvl2pPr>
            <a:lvl3pPr marL="0" indent="0">
              <a:spcBef>
                <a:spcPts val="0"/>
              </a:spcBef>
              <a:spcAft>
                <a:spcPts val="0"/>
              </a:spcAft>
              <a:buFont typeface="Arial" panose="020B0604020202020204" pitchFamily="34" charset="0"/>
              <a:buChar char="​"/>
              <a:defRPr sz="1400">
                <a:solidFill>
                  <a:schemeClr val="tx1"/>
                </a:solidFill>
              </a:defRPr>
            </a:lvl3pPr>
            <a:lvl4pPr marL="0" indent="0">
              <a:spcBef>
                <a:spcPts val="0"/>
              </a:spcBef>
              <a:spcAft>
                <a:spcPts val="0"/>
              </a:spcAft>
              <a:buFont typeface="Arial" panose="020B0604020202020204" pitchFamily="34" charset="0"/>
              <a:buChar char="​"/>
              <a:defRPr sz="1400">
                <a:solidFill>
                  <a:schemeClr val="tx1"/>
                </a:solidFill>
              </a:defRPr>
            </a:lvl4pPr>
            <a:lvl5pPr marL="0" indent="0">
              <a:spcBef>
                <a:spcPts val="0"/>
              </a:spcBef>
              <a:spcAft>
                <a:spcPts val="0"/>
              </a:spcAft>
              <a:buFont typeface="Arial" panose="020B0604020202020204" pitchFamily="34" charset="0"/>
              <a:buChar char="​"/>
              <a:defRPr sz="1400">
                <a:solidFill>
                  <a:schemeClr val="tx1"/>
                </a:solidFill>
              </a:defRPr>
            </a:lvl5pPr>
            <a:lvl6pPr marL="0" indent="0">
              <a:spcBef>
                <a:spcPts val="0"/>
              </a:spcBef>
              <a:spcAft>
                <a:spcPts val="0"/>
              </a:spcAft>
              <a:buFont typeface="Arial" panose="020B0604020202020204" pitchFamily="34" charset="0"/>
              <a:buChar char="​"/>
              <a:defRPr sz="1400">
                <a:solidFill>
                  <a:schemeClr val="tx1"/>
                </a:solidFill>
              </a:defRPr>
            </a:lvl6pPr>
            <a:lvl7pPr marL="0" indent="0">
              <a:spcBef>
                <a:spcPts val="0"/>
              </a:spcBef>
              <a:spcAft>
                <a:spcPts val="0"/>
              </a:spcAft>
              <a:buFont typeface="Arial" panose="020B0604020202020204" pitchFamily="34" charset="0"/>
              <a:buChar char="​"/>
              <a:defRPr sz="1400">
                <a:solidFill>
                  <a:schemeClr val="tx1"/>
                </a:solidFill>
              </a:defRPr>
            </a:lvl7pPr>
            <a:lvl8pPr marL="0" indent="0">
              <a:spcBef>
                <a:spcPts val="0"/>
              </a:spcBef>
              <a:spcAft>
                <a:spcPts val="0"/>
              </a:spcAft>
              <a:buFont typeface="Arial" panose="020B0604020202020204" pitchFamily="34" charset="0"/>
              <a:buChar char="​"/>
              <a:defRPr sz="1400">
                <a:solidFill>
                  <a:schemeClr val="tx1"/>
                </a:solidFill>
              </a:defRPr>
            </a:lvl8pPr>
            <a:lvl9pPr marL="0" indent="0">
              <a:spcBef>
                <a:spcPts val="0"/>
              </a:spcBef>
              <a:spcAft>
                <a:spcPts val="0"/>
              </a:spcAft>
              <a:buFont typeface="Arial" panose="020B0604020202020204" pitchFamily="34" charset="0"/>
              <a:buChar char="​"/>
              <a:defRPr sz="1400">
                <a:solidFill>
                  <a:schemeClr val="tx1"/>
                </a:solidFill>
              </a:defRPr>
            </a:lvl9pPr>
          </a:lstStyle>
          <a:p>
            <a:pPr lvl="0"/>
            <a:r>
              <a:rPr lang="en-IN"/>
              <a:t>Date</a:t>
            </a:r>
            <a:br>
              <a:rPr lang="en-IN"/>
            </a:br>
            <a:br>
              <a:rPr lang="en-IN"/>
            </a:br>
            <a:r>
              <a:rPr lang="en-IN"/>
              <a:t>Presenter, Location (optional) | Presenter 2, Location 2 (optional) | etc.</a:t>
            </a:r>
          </a:p>
        </p:txBody>
      </p:sp>
      <p:pic>
        <p:nvPicPr>
          <p:cNvPr id="6" name="DTP_CompanyLogo_inv_112">
            <a:extLst>
              <a:ext uri="{FF2B5EF4-FFF2-40B4-BE49-F238E27FC236}">
                <a16:creationId xmlns:a16="http://schemas.microsoft.com/office/drawing/2014/main" id="{87A7984B-AF89-E5F0-126F-971371B23B9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57200" y="393189"/>
            <a:ext cx="2453640" cy="469392"/>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E0D75C6-7089-1532-C71E-D3BED29271AD}"/>
              </a:ext>
            </a:extLst>
          </p:cNvPr>
          <p:cNvGraphicFramePr>
            <a:graphicFrameLocks noChangeAspect="1"/>
          </p:cNvGraphicFramePr>
          <p:nvPr userDrawn="1">
            <p:custDataLst>
              <p:tags r:id="rId1"/>
            </p:custDataLst>
            <p:extLst>
              <p:ext uri="{D42A27DB-BD31-4B8C-83A1-F6EECF244321}">
                <p14:modId xmlns:p14="http://schemas.microsoft.com/office/powerpoint/2010/main" val="5299927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4" name="think-cell data - do not delete" hidden="1">
                        <a:extLst>
                          <a:ext uri="{FF2B5EF4-FFF2-40B4-BE49-F238E27FC236}">
                            <a16:creationId xmlns:a16="http://schemas.microsoft.com/office/drawing/2014/main" id="{FE0D75C6-7089-1532-C71E-D3BED29271A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ectionTitle"/>
          <p:cNvSpPr>
            <a:spLocks noGrp="1"/>
          </p:cNvSpPr>
          <p:nvPr>
            <p:ph type="body" sz="quarter" idx="11" hasCustomPrompt="1"/>
          </p:nvPr>
        </p:nvSpPr>
        <p:spPr>
          <a:xfrm>
            <a:off x="457199" y="4426803"/>
            <a:ext cx="8348472" cy="1354217"/>
          </a:xfrm>
          <a:noFill/>
          <a:ln>
            <a:noFill/>
          </a:ln>
          <a:effectLst/>
        </p:spPr>
        <p:txBody>
          <a:bodyPr vert="horz" wrap="square" lIns="0" tIns="0" rIns="0" bIns="0" numCol="1" anchor="t" anchorCtr="0" compatLnSpc="1">
            <a:prstTxWarp prst="textNoShape">
              <a:avLst/>
            </a:prstTxWarp>
            <a:spAutoFit/>
          </a:bodyPr>
          <a:lstStyle>
            <a:lvl1pPr marL="0" indent="0" algn="l" rtl="0" fontAlgn="base">
              <a:lnSpc>
                <a:spcPct val="85000"/>
              </a:lnSpc>
              <a:spcBef>
                <a:spcPts val="0"/>
              </a:spcBef>
              <a:spcAft>
                <a:spcPts val="0"/>
              </a:spcAft>
              <a:buFont typeface="Arial" panose="020B0604020202020204" pitchFamily="34" charset="0"/>
              <a:buChar char="​"/>
              <a:defRPr sz="4000" b="1">
                <a:solidFill>
                  <a:schemeClr val="tx1"/>
                </a:solidFill>
                <a:latin typeface="+mj-lt"/>
                <a:ea typeface="+mj-ea"/>
                <a:cs typeface="+mj-cs"/>
              </a:defRPr>
            </a:lvl1pPr>
            <a:lvl2pPr marL="0" indent="0" algn="l" rtl="0">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lvl3pPr>
            <a:lvl4pPr marL="0" indent="0">
              <a:lnSpc>
                <a:spcPct val="100000"/>
              </a:lnSpc>
              <a:spcBef>
                <a:spcPts val="0"/>
              </a:spcBef>
              <a:spcAft>
                <a:spcPts val="0"/>
              </a:spcAft>
              <a:buFont typeface="Arial" panose="020B0604020202020204" pitchFamily="34" charset="0"/>
              <a:buChar char="​"/>
              <a:defRPr sz="2000"/>
            </a:lvl4pPr>
            <a:lvl5pPr marL="0" indent="0">
              <a:lnSpc>
                <a:spcPct val="100000"/>
              </a:lnSpc>
              <a:spcBef>
                <a:spcPts val="0"/>
              </a:spcBef>
              <a:spcAft>
                <a:spcPts val="0"/>
              </a:spcAft>
              <a:buFont typeface="Arial" panose="020B0604020202020204" pitchFamily="34" charset="0"/>
              <a:buChar char="​"/>
              <a:defRPr sz="2000"/>
            </a:lvl5pPr>
            <a:lvl6pPr marL="0" indent="0">
              <a:lnSpc>
                <a:spcPct val="100000"/>
              </a:lnSpc>
              <a:spcBef>
                <a:spcPts val="0"/>
              </a:spcBef>
              <a:spcAft>
                <a:spcPts val="0"/>
              </a:spcAft>
              <a:buFont typeface="Arial" panose="020B0604020202020204" pitchFamily="34" charset="0"/>
              <a:buChar char="​"/>
              <a:defRPr sz="2000"/>
            </a:lvl6pPr>
            <a:lvl7pPr marL="0" indent="0">
              <a:lnSpc>
                <a:spcPct val="100000"/>
              </a:lnSpc>
              <a:spcBef>
                <a:spcPts val="0"/>
              </a:spcBef>
              <a:spcAft>
                <a:spcPts val="0"/>
              </a:spcAft>
              <a:buFont typeface="Arial" panose="020B0604020202020204" pitchFamily="34" charset="0"/>
              <a:buChar char="​"/>
              <a:defRPr sz="2000"/>
            </a:lvl7pPr>
            <a:lvl8pPr marL="0" indent="0">
              <a:lnSpc>
                <a:spcPct val="100000"/>
              </a:lnSpc>
              <a:spcBef>
                <a:spcPts val="0"/>
              </a:spcBef>
              <a:spcAft>
                <a:spcPts val="0"/>
              </a:spcAft>
              <a:buFont typeface="Arial" panose="020B0604020202020204" pitchFamily="34" charset="0"/>
              <a:buChar char="​"/>
              <a:defRPr sz="2000"/>
            </a:lvl8pPr>
            <a:lvl9pPr marL="0" indent="0">
              <a:lnSpc>
                <a:spcPct val="100000"/>
              </a:lnSpc>
              <a:spcBef>
                <a:spcPts val="0"/>
              </a:spcBef>
              <a:spcAft>
                <a:spcPts val="0"/>
              </a:spcAft>
              <a:buFont typeface="Arial" panose="020B0604020202020204" pitchFamily="34" charset="0"/>
              <a:buChar char="​"/>
              <a:defRPr sz="2000"/>
            </a:lvl9pPr>
          </a:lstStyle>
          <a:p>
            <a:pPr lvl="0"/>
            <a:r>
              <a:rPr lang="en-IN"/>
              <a:t>Add section title,</a:t>
            </a:r>
            <a:br>
              <a:rPr lang="en-IN"/>
            </a:br>
            <a:r>
              <a:rPr lang="en-IN"/>
              <a:t>press TAB to format as subtitle</a:t>
            </a:r>
          </a:p>
          <a:p>
            <a:pPr lvl="1"/>
            <a:r>
              <a:rPr lang="en-IN"/>
              <a:t>Section subtitle</a:t>
            </a:r>
          </a:p>
        </p:txBody>
      </p:sp>
      <p:sp>
        <p:nvSpPr>
          <p:cNvPr id="3" name="SectionNumber"/>
          <p:cNvSpPr>
            <a:spLocks noGrp="1"/>
          </p:cNvSpPr>
          <p:nvPr>
            <p:ph type="body" sz="quarter" idx="12" hasCustomPrompt="1"/>
          </p:nvPr>
        </p:nvSpPr>
        <p:spPr>
          <a:xfrm>
            <a:off x="457200" y="2274838"/>
            <a:ext cx="8348472" cy="2308324"/>
          </a:xfrm>
        </p:spPr>
        <p:txBody>
          <a:bodyPr wrap="square" lIns="0" tIns="0" rIns="0" bIns="0" anchor="b">
            <a:spAutoFit/>
          </a:bodyPr>
          <a:lstStyle>
            <a:lvl1pPr marL="0" indent="0" algn="l" rtl="0"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1pPr>
            <a:lvl2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2pPr>
            <a:lvl3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3pPr>
            <a:lvl4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4pPr>
            <a:lvl5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5pPr>
            <a:lvl6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6pPr>
            <a:lvl7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7pPr>
            <a:lvl8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8pPr>
            <a:lvl9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9pPr>
          </a:lstStyle>
          <a:p>
            <a:pPr lvl="0"/>
            <a:r>
              <a:rPr lang="en-IN"/>
              <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2 columns">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9962990-47F7-DA85-24ED-CA4C0F29653E}"/>
              </a:ext>
            </a:extLst>
          </p:cNvPr>
          <p:cNvGraphicFramePr>
            <a:graphicFrameLocks noChangeAspect="1"/>
          </p:cNvGraphicFramePr>
          <p:nvPr userDrawn="1">
            <p:custDataLst>
              <p:tags r:id="rId1"/>
            </p:custDataLst>
            <p:extLst>
              <p:ext uri="{D42A27DB-BD31-4B8C-83A1-F6EECF244321}">
                <p14:modId xmlns:p14="http://schemas.microsoft.com/office/powerpoint/2010/main" val="16076883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6" name="think-cell data - do not delete" hidden="1">
                        <a:extLst>
                          <a:ext uri="{FF2B5EF4-FFF2-40B4-BE49-F238E27FC236}">
                            <a16:creationId xmlns:a16="http://schemas.microsoft.com/office/drawing/2014/main" id="{49962990-47F7-DA85-24ED-CA4C0F29653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Content Left"/>
          <p:cNvSpPr>
            <a:spLocks noGrp="1"/>
          </p:cNvSpPr>
          <p:nvPr>
            <p:ph idx="11"/>
          </p:nvPr>
        </p:nvSpPr>
        <p:spPr>
          <a:xfrm>
            <a:off x="457200" y="1399032"/>
            <a:ext cx="5410200" cy="5001768"/>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4" name="Content Right"/>
          <p:cNvSpPr>
            <a:spLocks noGrp="1"/>
          </p:cNvSpPr>
          <p:nvPr>
            <p:ph idx="12"/>
          </p:nvPr>
        </p:nvSpPr>
        <p:spPr>
          <a:xfrm>
            <a:off x="6324600" y="1399032"/>
            <a:ext cx="5410199" cy="5001768"/>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1" orient="horz" pos="880" userDrawn="1">
          <p15:clr>
            <a:srgbClr val="FBAE40"/>
          </p15:clr>
        </p15:guide>
        <p15:guide id="2" pos="3696" userDrawn="1">
          <p15:clr>
            <a:srgbClr val="FBAE40"/>
          </p15:clr>
        </p15:guide>
        <p15:guide id="5" pos="398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 headings">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9A76CE7-6109-E125-B130-8E4E9189B76D}"/>
              </a:ext>
            </a:extLst>
          </p:cNvPr>
          <p:cNvGraphicFramePr>
            <a:graphicFrameLocks noChangeAspect="1"/>
          </p:cNvGraphicFramePr>
          <p:nvPr userDrawn="1">
            <p:custDataLst>
              <p:tags r:id="rId1"/>
            </p:custDataLst>
            <p:extLst>
              <p:ext uri="{D42A27DB-BD31-4B8C-83A1-F6EECF244321}">
                <p14:modId xmlns:p14="http://schemas.microsoft.com/office/powerpoint/2010/main" val="2054783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6" name="think-cell data - do not delete" hidden="1">
                        <a:extLst>
                          <a:ext uri="{FF2B5EF4-FFF2-40B4-BE49-F238E27FC236}">
                            <a16:creationId xmlns:a16="http://schemas.microsoft.com/office/drawing/2014/main" id="{49A76CE7-6109-E125-B130-8E4E9189B7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p:cNvSpPr>
            <a:spLocks noGrp="1"/>
          </p:cNvSpPr>
          <p:nvPr>
            <p:ph type="body" idx="10" hasCustomPrompt="1"/>
          </p:nvPr>
        </p:nvSpPr>
        <p:spPr>
          <a:xfrm>
            <a:off x="457200" y="1399032"/>
            <a:ext cx="54102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5" name="Heading Right"/>
          <p:cNvSpPr>
            <a:spLocks noGrp="1"/>
          </p:cNvSpPr>
          <p:nvPr>
            <p:ph type="body" sz="quarter" idx="13" hasCustomPrompt="1"/>
          </p:nvPr>
        </p:nvSpPr>
        <p:spPr>
          <a:xfrm>
            <a:off x="6324600" y="1399032"/>
            <a:ext cx="5410199"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Tree>
  </p:cSld>
  <p:clrMapOvr>
    <a:masterClrMapping/>
  </p:clrMapOvr>
  <p:extLst>
    <p:ext uri="{DCECCB84-F9BA-43D5-87BE-67443E8EF086}">
      <p15:sldGuideLst xmlns:p15="http://schemas.microsoft.com/office/powerpoint/2012/main">
        <p15:guide id="5" orient="horz" pos="880" userDrawn="1">
          <p15:clr>
            <a:srgbClr val="FBAE40"/>
          </p15:clr>
        </p15:guide>
        <p15:guide id="6" pos="3696" userDrawn="1">
          <p15:clr>
            <a:srgbClr val="FBAE40"/>
          </p15:clr>
        </p15:guide>
        <p15:guide id="7" pos="3984" userDrawn="1">
          <p15:clr>
            <a:srgbClr val="FBAE40"/>
          </p15:clr>
        </p15:guide>
        <p15:guide id="9" orient="horz" pos="118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2 columns with headin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0335F1F-8533-9B46-4CEA-DE572A120AB3}"/>
              </a:ext>
            </a:extLst>
          </p:cNvPr>
          <p:cNvGraphicFramePr>
            <a:graphicFrameLocks noChangeAspect="1"/>
          </p:cNvGraphicFramePr>
          <p:nvPr userDrawn="1">
            <p:custDataLst>
              <p:tags r:id="rId1"/>
            </p:custDataLst>
            <p:extLst>
              <p:ext uri="{D42A27DB-BD31-4B8C-83A1-F6EECF244321}">
                <p14:modId xmlns:p14="http://schemas.microsoft.com/office/powerpoint/2010/main" val="34708744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8" name="think-cell data - do not delete" hidden="1">
                        <a:extLst>
                          <a:ext uri="{FF2B5EF4-FFF2-40B4-BE49-F238E27FC236}">
                            <a16:creationId xmlns:a16="http://schemas.microsoft.com/office/drawing/2014/main" id="{50335F1F-8533-9B46-4CEA-DE572A120AB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p:cNvSpPr>
            <a:spLocks noGrp="1"/>
          </p:cNvSpPr>
          <p:nvPr>
            <p:ph type="body" idx="10" hasCustomPrompt="1"/>
          </p:nvPr>
        </p:nvSpPr>
        <p:spPr>
          <a:xfrm>
            <a:off x="457200" y="1399032"/>
            <a:ext cx="54102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p:cNvSpPr>
            <a:spLocks noGrp="1"/>
          </p:cNvSpPr>
          <p:nvPr>
            <p:ph sz="half" idx="11"/>
          </p:nvPr>
        </p:nvSpPr>
        <p:spPr>
          <a:xfrm>
            <a:off x="457200" y="1883664"/>
            <a:ext cx="54102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Right"/>
          <p:cNvSpPr>
            <a:spLocks noGrp="1"/>
          </p:cNvSpPr>
          <p:nvPr>
            <p:ph type="body" sz="quarter" idx="13" hasCustomPrompt="1"/>
          </p:nvPr>
        </p:nvSpPr>
        <p:spPr>
          <a:xfrm>
            <a:off x="6324600" y="1399032"/>
            <a:ext cx="54102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Right"/>
          <p:cNvSpPr>
            <a:spLocks noGrp="1"/>
          </p:cNvSpPr>
          <p:nvPr>
            <p:ph sz="quarter" idx="12"/>
          </p:nvPr>
        </p:nvSpPr>
        <p:spPr>
          <a:xfrm>
            <a:off x="6324600" y="1883664"/>
            <a:ext cx="54102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5" orient="horz" pos="880" userDrawn="1">
          <p15:clr>
            <a:srgbClr val="FBAE40"/>
          </p15:clr>
        </p15:guide>
        <p15:guide id="6" pos="3696" userDrawn="1">
          <p15:clr>
            <a:srgbClr val="FBAE40"/>
          </p15:clr>
        </p15:guide>
        <p15:guide id="7" pos="3984" userDrawn="1">
          <p15:clr>
            <a:srgbClr val="FBAE40"/>
          </p15:clr>
        </p15:guide>
        <p15:guide id="9" orient="horz" pos="118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Title and 2 Content with headin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AD37E1C-537A-C040-DCF9-2E085DE3C485}"/>
              </a:ext>
            </a:extLst>
          </p:cNvPr>
          <p:cNvGraphicFramePr>
            <a:graphicFrameLocks noChangeAspect="1"/>
          </p:cNvGraphicFramePr>
          <p:nvPr userDrawn="1">
            <p:custDataLst>
              <p:tags r:id="rId1"/>
            </p:custDataLst>
            <p:extLst>
              <p:ext uri="{D42A27DB-BD31-4B8C-83A1-F6EECF244321}">
                <p14:modId xmlns:p14="http://schemas.microsoft.com/office/powerpoint/2010/main" val="2501638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8" name="think-cell data - do not delete" hidden="1">
                        <a:extLst>
                          <a:ext uri="{FF2B5EF4-FFF2-40B4-BE49-F238E27FC236}">
                            <a16:creationId xmlns:a16="http://schemas.microsoft.com/office/drawing/2014/main" id="{6AD37E1C-537A-C040-DCF9-2E085DE3C48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Top"/>
          <p:cNvSpPr>
            <a:spLocks noGrp="1"/>
          </p:cNvSpPr>
          <p:nvPr>
            <p:ph type="body" idx="10" hasCustomPrompt="1"/>
          </p:nvPr>
        </p:nvSpPr>
        <p:spPr>
          <a:xfrm>
            <a:off x="457200" y="1399032"/>
            <a:ext cx="112776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lvl3pPr>
            <a:lvl4pPr marL="0" indent="0">
              <a:spcBef>
                <a:spcPts val="0"/>
              </a:spcBef>
              <a:buFont typeface="Arial" panose="020B0604020202020204" pitchFamily="34" charset="0"/>
              <a:buChar char="​"/>
              <a:defRPr sz="1400"/>
            </a:lvl4pPr>
            <a:lvl5pPr marL="0" indent="0">
              <a:spcBef>
                <a:spcPts val="0"/>
              </a:spcBef>
              <a:buFont typeface="Arial" panose="020B0604020202020204" pitchFamily="34" charset="0"/>
              <a:buChar char="​"/>
              <a:defRPr sz="1400"/>
            </a:lvl5pPr>
            <a:lvl6pPr marL="0" indent="0">
              <a:spcBef>
                <a:spcPts val="0"/>
              </a:spcBef>
              <a:buFont typeface="Arial" panose="020B0604020202020204" pitchFamily="34" charset="0"/>
              <a:buChar char="​"/>
              <a:defRPr sz="1400"/>
            </a:lvl6pPr>
            <a:lvl7pPr marL="0" indent="0">
              <a:spcBef>
                <a:spcPts val="0"/>
              </a:spcBef>
              <a:buFont typeface="Arial" panose="020B0604020202020204" pitchFamily="34" charset="0"/>
              <a:buChar char="​"/>
              <a:defRPr sz="1400"/>
            </a:lvl7pPr>
            <a:lvl8pPr marL="0" indent="0">
              <a:spcBef>
                <a:spcPts val="0"/>
              </a:spcBef>
              <a:buFont typeface="Arial" panose="020B0604020202020204" pitchFamily="34" charset="0"/>
              <a:buChar char="​"/>
              <a:defRPr sz="1400"/>
            </a:lvl8pPr>
            <a:lvl9pPr marL="0" indent="0">
              <a:spcBef>
                <a:spcPts val="0"/>
              </a:spcBef>
              <a:buFont typeface="Arial" panose="020B0604020202020204" pitchFamily="34" charset="0"/>
              <a:buChar char="​"/>
              <a:defRPr sz="1400"/>
            </a:lvl9pPr>
          </a:lstStyle>
          <a:p>
            <a:pPr lvl="0"/>
            <a:r>
              <a:rPr lang="en-IN"/>
              <a:t>Heading 14 pt</a:t>
            </a:r>
          </a:p>
          <a:p>
            <a:pPr lvl="1"/>
            <a:r>
              <a:rPr lang="en-IN"/>
              <a:t>Subheading 14 pt</a:t>
            </a:r>
          </a:p>
        </p:txBody>
      </p:sp>
      <p:sp>
        <p:nvSpPr>
          <p:cNvPr id="4" name="Content Top"/>
          <p:cNvSpPr>
            <a:spLocks noGrp="1"/>
          </p:cNvSpPr>
          <p:nvPr>
            <p:ph idx="11"/>
          </p:nvPr>
        </p:nvSpPr>
        <p:spPr>
          <a:xfrm>
            <a:off x="457200" y="1883664"/>
            <a:ext cx="112776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Bottom"/>
          <p:cNvSpPr>
            <a:spLocks noGrp="1"/>
          </p:cNvSpPr>
          <p:nvPr>
            <p:ph type="body" idx="13" hasCustomPrompt="1"/>
          </p:nvPr>
        </p:nvSpPr>
        <p:spPr>
          <a:xfrm>
            <a:off x="457200" y="4005072"/>
            <a:ext cx="112776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lvl3pPr>
            <a:lvl4pPr marL="0" indent="0">
              <a:spcBef>
                <a:spcPts val="0"/>
              </a:spcBef>
              <a:buFont typeface="Arial" panose="020B0604020202020204" pitchFamily="34" charset="0"/>
              <a:buChar char="​"/>
              <a:defRPr sz="1400"/>
            </a:lvl4pPr>
            <a:lvl5pPr marL="0" indent="0">
              <a:spcBef>
                <a:spcPts val="0"/>
              </a:spcBef>
              <a:buFont typeface="Arial" panose="020B0604020202020204" pitchFamily="34" charset="0"/>
              <a:buChar char="​"/>
              <a:defRPr sz="1400"/>
            </a:lvl5pPr>
            <a:lvl6pPr marL="0" indent="0">
              <a:spcBef>
                <a:spcPts val="0"/>
              </a:spcBef>
              <a:buFont typeface="Arial" panose="020B0604020202020204" pitchFamily="34" charset="0"/>
              <a:buChar char="​"/>
              <a:defRPr sz="1400"/>
            </a:lvl6pPr>
            <a:lvl7pPr marL="0" indent="0">
              <a:spcBef>
                <a:spcPts val="0"/>
              </a:spcBef>
              <a:buFont typeface="Arial" panose="020B0604020202020204" pitchFamily="34" charset="0"/>
              <a:buChar char="​"/>
              <a:defRPr sz="1400"/>
            </a:lvl7pPr>
            <a:lvl8pPr marL="0" indent="0">
              <a:spcBef>
                <a:spcPts val="0"/>
              </a:spcBef>
              <a:buFont typeface="Arial" panose="020B0604020202020204" pitchFamily="34" charset="0"/>
              <a:buChar char="​"/>
              <a:defRPr sz="1400"/>
            </a:lvl8pPr>
            <a:lvl9pPr marL="0" indent="0">
              <a:spcBef>
                <a:spcPts val="0"/>
              </a:spcBef>
              <a:buFont typeface="Arial" panose="020B0604020202020204" pitchFamily="34" charset="0"/>
              <a:buChar char="​"/>
              <a:defRPr sz="1400"/>
            </a:lvl9pPr>
          </a:lstStyle>
          <a:p>
            <a:pPr lvl="0"/>
            <a:r>
              <a:rPr lang="en-IN"/>
              <a:t>Heading 14 pt</a:t>
            </a:r>
          </a:p>
          <a:p>
            <a:pPr lvl="1"/>
            <a:r>
              <a:rPr lang="en-IN"/>
              <a:t>Subheading 14 pt</a:t>
            </a:r>
          </a:p>
        </p:txBody>
      </p:sp>
      <p:sp>
        <p:nvSpPr>
          <p:cNvPr id="6" name="Content Bottom"/>
          <p:cNvSpPr>
            <a:spLocks noGrp="1"/>
          </p:cNvSpPr>
          <p:nvPr>
            <p:ph idx="12"/>
          </p:nvPr>
        </p:nvSpPr>
        <p:spPr>
          <a:xfrm>
            <a:off x="457200" y="4489704"/>
            <a:ext cx="112776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3" orient="horz" pos="2523" userDrawn="1">
          <p15:clr>
            <a:srgbClr val="FBAE40"/>
          </p15:clr>
        </p15:guide>
        <p15:guide id="5" orient="horz" pos="880" userDrawn="1">
          <p15:clr>
            <a:srgbClr val="FBAE40"/>
          </p15:clr>
        </p15:guide>
        <p15:guide id="6" orient="horz" pos="2832" userDrawn="1">
          <p15:clr>
            <a:srgbClr val="FBAE40"/>
          </p15:clr>
        </p15:guide>
        <p15:guide id="8" orient="horz" pos="118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columns 1/3 spli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3EE7EF0-5F16-D49E-2C71-40BF247E5183}"/>
              </a:ext>
            </a:extLst>
          </p:cNvPr>
          <p:cNvGraphicFramePr>
            <a:graphicFrameLocks noChangeAspect="1"/>
          </p:cNvGraphicFramePr>
          <p:nvPr userDrawn="1">
            <p:custDataLst>
              <p:tags r:id="rId1"/>
            </p:custDataLst>
            <p:extLst>
              <p:ext uri="{D42A27DB-BD31-4B8C-83A1-F6EECF244321}">
                <p14:modId xmlns:p14="http://schemas.microsoft.com/office/powerpoint/2010/main" val="341847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8" name="think-cell data - do not delete" hidden="1">
                        <a:extLst>
                          <a:ext uri="{FF2B5EF4-FFF2-40B4-BE49-F238E27FC236}">
                            <a16:creationId xmlns:a16="http://schemas.microsoft.com/office/drawing/2014/main" id="{A3EE7EF0-5F16-D49E-2C71-40BF247E51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p:cNvSpPr>
            <a:spLocks noGrp="1"/>
          </p:cNvSpPr>
          <p:nvPr>
            <p:ph type="body" idx="10" hasCustomPrompt="1"/>
          </p:nvPr>
        </p:nvSpPr>
        <p:spPr>
          <a:xfrm>
            <a:off x="4572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p:cNvSpPr>
            <a:spLocks noGrp="1"/>
          </p:cNvSpPr>
          <p:nvPr>
            <p:ph sz="half" idx="11"/>
          </p:nvPr>
        </p:nvSpPr>
        <p:spPr>
          <a:xfrm>
            <a:off x="457200" y="1883664"/>
            <a:ext cx="34544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Right"/>
          <p:cNvSpPr>
            <a:spLocks noGrp="1"/>
          </p:cNvSpPr>
          <p:nvPr>
            <p:ph type="body" sz="quarter" idx="13" hasCustomPrompt="1"/>
          </p:nvPr>
        </p:nvSpPr>
        <p:spPr>
          <a:xfrm>
            <a:off x="4368799" y="1399032"/>
            <a:ext cx="73660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Right"/>
          <p:cNvSpPr>
            <a:spLocks noGrp="1"/>
          </p:cNvSpPr>
          <p:nvPr>
            <p:ph sz="quarter" idx="12"/>
          </p:nvPr>
        </p:nvSpPr>
        <p:spPr>
          <a:xfrm>
            <a:off x="4368799" y="1883664"/>
            <a:ext cx="73660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5" orient="horz" pos="880" userDrawn="1">
          <p15:clr>
            <a:srgbClr val="FBAE40"/>
          </p15:clr>
        </p15:guide>
        <p15:guide id="6" pos="2464" userDrawn="1">
          <p15:clr>
            <a:srgbClr val="FBAE40"/>
          </p15:clr>
        </p15:guide>
        <p15:guide id="7" pos="2752" userDrawn="1">
          <p15:clr>
            <a:srgbClr val="FBAE40"/>
          </p15:clr>
        </p15:guide>
        <p15:guide id="9" orient="horz" pos="118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 columns 2/3 spli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B5D95DF-23FD-1437-D2E5-C34D216E4C5A}"/>
              </a:ext>
            </a:extLst>
          </p:cNvPr>
          <p:cNvGraphicFramePr>
            <a:graphicFrameLocks noChangeAspect="1"/>
          </p:cNvGraphicFramePr>
          <p:nvPr userDrawn="1">
            <p:custDataLst>
              <p:tags r:id="rId1"/>
            </p:custDataLst>
            <p:extLst>
              <p:ext uri="{D42A27DB-BD31-4B8C-83A1-F6EECF244321}">
                <p14:modId xmlns:p14="http://schemas.microsoft.com/office/powerpoint/2010/main" val="2294429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8" name="think-cell data - do not delete" hidden="1">
                        <a:extLst>
                          <a:ext uri="{FF2B5EF4-FFF2-40B4-BE49-F238E27FC236}">
                            <a16:creationId xmlns:a16="http://schemas.microsoft.com/office/drawing/2014/main" id="{6B5D95DF-23FD-1437-D2E5-C34D216E4C5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p:cNvSpPr>
            <a:spLocks noGrp="1"/>
          </p:cNvSpPr>
          <p:nvPr>
            <p:ph type="body" idx="10" hasCustomPrompt="1"/>
          </p:nvPr>
        </p:nvSpPr>
        <p:spPr>
          <a:xfrm>
            <a:off x="457199" y="1399032"/>
            <a:ext cx="73660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p:cNvSpPr>
            <a:spLocks noGrp="1"/>
          </p:cNvSpPr>
          <p:nvPr>
            <p:ph sz="half" idx="11"/>
          </p:nvPr>
        </p:nvSpPr>
        <p:spPr>
          <a:xfrm>
            <a:off x="457199" y="1883664"/>
            <a:ext cx="73660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Right"/>
          <p:cNvSpPr>
            <a:spLocks noGrp="1"/>
          </p:cNvSpPr>
          <p:nvPr>
            <p:ph type="body" sz="quarter" idx="13" hasCustomPrompt="1"/>
          </p:nvPr>
        </p:nvSpPr>
        <p:spPr>
          <a:xfrm>
            <a:off x="82804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Right"/>
          <p:cNvSpPr>
            <a:spLocks noGrp="1"/>
          </p:cNvSpPr>
          <p:nvPr>
            <p:ph sz="quarter" idx="12"/>
          </p:nvPr>
        </p:nvSpPr>
        <p:spPr>
          <a:xfrm>
            <a:off x="8280400" y="1883664"/>
            <a:ext cx="34544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5" orient="horz" pos="880" userDrawn="1">
          <p15:clr>
            <a:srgbClr val="FBAE40"/>
          </p15:clr>
        </p15:guide>
        <p15:guide id="6" pos="4928" userDrawn="1">
          <p15:clr>
            <a:srgbClr val="FBAE40"/>
          </p15:clr>
        </p15:guide>
        <p15:guide id="7" pos="5216" userDrawn="1">
          <p15:clr>
            <a:srgbClr val="FBAE40"/>
          </p15:clr>
        </p15:guide>
        <p15:guide id="9" orient="horz" pos="118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7D7E244-5E6B-44C4-D202-BAA98099BD18}"/>
              </a:ext>
            </a:extLst>
          </p:cNvPr>
          <p:cNvGraphicFramePr>
            <a:graphicFrameLocks noChangeAspect="1"/>
          </p:cNvGraphicFramePr>
          <p:nvPr userDrawn="1">
            <p:custDataLst>
              <p:tags r:id="rId1"/>
            </p:custDataLst>
            <p:extLst>
              <p:ext uri="{D42A27DB-BD31-4B8C-83A1-F6EECF244321}">
                <p14:modId xmlns:p14="http://schemas.microsoft.com/office/powerpoint/2010/main" val="31193637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5" name="think-cell data - do not delete" hidden="1">
                        <a:extLst>
                          <a:ext uri="{FF2B5EF4-FFF2-40B4-BE49-F238E27FC236}">
                            <a16:creationId xmlns:a16="http://schemas.microsoft.com/office/drawing/2014/main" id="{17D7E244-5E6B-44C4-D202-BAA98099BD1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4" name="Content Left"/>
          <p:cNvSpPr>
            <a:spLocks noGrp="1"/>
          </p:cNvSpPr>
          <p:nvPr>
            <p:ph sz="half" idx="11"/>
          </p:nvPr>
        </p:nvSpPr>
        <p:spPr>
          <a:xfrm>
            <a:off x="457200" y="1399032"/>
            <a:ext cx="3454400" cy="5001768"/>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6" name="Content Middle"/>
          <p:cNvSpPr>
            <a:spLocks noGrp="1"/>
          </p:cNvSpPr>
          <p:nvPr>
            <p:ph sz="quarter" idx="12"/>
          </p:nvPr>
        </p:nvSpPr>
        <p:spPr>
          <a:xfrm>
            <a:off x="4368799" y="1399032"/>
            <a:ext cx="3454400" cy="5001768"/>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8" name="Content Right"/>
          <p:cNvSpPr>
            <a:spLocks noGrp="1"/>
          </p:cNvSpPr>
          <p:nvPr>
            <p:ph sz="quarter" idx="14"/>
          </p:nvPr>
        </p:nvSpPr>
        <p:spPr>
          <a:xfrm>
            <a:off x="8280400" y="1399032"/>
            <a:ext cx="3454400" cy="5001768"/>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1" orient="horz" pos="880" userDrawn="1">
          <p15:clr>
            <a:srgbClr val="FBAE40"/>
          </p15:clr>
        </p15:guide>
        <p15:guide id="2" pos="5216" userDrawn="1">
          <p15:clr>
            <a:srgbClr val="FBAE40"/>
          </p15:clr>
        </p15:guide>
        <p15:guide id="4" pos="2752" userDrawn="1">
          <p15:clr>
            <a:srgbClr val="FBAE40"/>
          </p15:clr>
        </p15:guide>
        <p15:guide id="5" pos="4928" userDrawn="1">
          <p15:clr>
            <a:srgbClr val="FBAE40"/>
          </p15:clr>
        </p15:guide>
        <p15:guide id="6" pos="246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headings">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D0C4E85-0DAB-C564-2FA6-1CA3B19E7D3C}"/>
              </a:ext>
            </a:extLst>
          </p:cNvPr>
          <p:cNvGraphicFramePr>
            <a:graphicFrameLocks noChangeAspect="1"/>
          </p:cNvGraphicFramePr>
          <p:nvPr userDrawn="1">
            <p:custDataLst>
              <p:tags r:id="rId1"/>
            </p:custDataLst>
            <p:extLst>
              <p:ext uri="{D42A27DB-BD31-4B8C-83A1-F6EECF244321}">
                <p14:modId xmlns:p14="http://schemas.microsoft.com/office/powerpoint/2010/main" val="8062811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6" name="think-cell data - do not delete" hidden="1">
                        <a:extLst>
                          <a:ext uri="{FF2B5EF4-FFF2-40B4-BE49-F238E27FC236}">
                            <a16:creationId xmlns:a16="http://schemas.microsoft.com/office/drawing/2014/main" id="{2D0C4E85-0DAB-C564-2FA6-1CA3B19E7D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p:cNvSpPr>
            <a:spLocks noGrp="1"/>
          </p:cNvSpPr>
          <p:nvPr>
            <p:ph type="body" idx="10" hasCustomPrompt="1"/>
          </p:nvPr>
        </p:nvSpPr>
        <p:spPr>
          <a:xfrm>
            <a:off x="4572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5" name="Heading Middle"/>
          <p:cNvSpPr>
            <a:spLocks noGrp="1"/>
          </p:cNvSpPr>
          <p:nvPr>
            <p:ph type="body" sz="quarter" idx="13" hasCustomPrompt="1"/>
          </p:nvPr>
        </p:nvSpPr>
        <p:spPr>
          <a:xfrm>
            <a:off x="4368800" y="1399032"/>
            <a:ext cx="3454399"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7" name="Heading Right"/>
          <p:cNvSpPr>
            <a:spLocks noGrp="1"/>
          </p:cNvSpPr>
          <p:nvPr>
            <p:ph type="body" sz="quarter" idx="15" hasCustomPrompt="1"/>
          </p:nvPr>
        </p:nvSpPr>
        <p:spPr>
          <a:xfrm>
            <a:off x="82804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Tree>
  </p:cSld>
  <p:clrMapOvr>
    <a:masterClrMapping/>
  </p:clrMapOvr>
  <p:extLst>
    <p:ext uri="{DCECCB84-F9BA-43D5-87BE-67443E8EF086}">
      <p15:sldGuideLst xmlns:p15="http://schemas.microsoft.com/office/powerpoint/2012/main">
        <p15:guide id="7" orient="horz" pos="880" userDrawn="1">
          <p15:clr>
            <a:srgbClr val="FBAE40"/>
          </p15:clr>
        </p15:guide>
        <p15:guide id="8" pos="5216" userDrawn="1">
          <p15:clr>
            <a:srgbClr val="FBAE40"/>
          </p15:clr>
        </p15:guide>
        <p15:guide id="10" pos="2752" userDrawn="1">
          <p15:clr>
            <a:srgbClr val="FBAE40"/>
          </p15:clr>
        </p15:guide>
        <p15:guide id="11" pos="4928" userDrawn="1">
          <p15:clr>
            <a:srgbClr val="FBAE40"/>
          </p15:clr>
        </p15:guide>
        <p15:guide id="12" pos="2464" userDrawn="1">
          <p15:clr>
            <a:srgbClr val="FBAE40"/>
          </p15:clr>
        </p15:guide>
        <p15:guide id="14" orient="horz" pos="118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lumns with headin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CD336D7C-F281-98C2-7DCC-CF1C8B197239}"/>
              </a:ext>
            </a:extLst>
          </p:cNvPr>
          <p:cNvGraphicFramePr>
            <a:graphicFrameLocks noChangeAspect="1"/>
          </p:cNvGraphicFramePr>
          <p:nvPr userDrawn="1">
            <p:custDataLst>
              <p:tags r:id="rId1"/>
            </p:custDataLst>
            <p:extLst>
              <p:ext uri="{D42A27DB-BD31-4B8C-83A1-F6EECF244321}">
                <p14:modId xmlns:p14="http://schemas.microsoft.com/office/powerpoint/2010/main" val="18041016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10" name="think-cell data - do not delete" hidden="1">
                        <a:extLst>
                          <a:ext uri="{FF2B5EF4-FFF2-40B4-BE49-F238E27FC236}">
                            <a16:creationId xmlns:a16="http://schemas.microsoft.com/office/drawing/2014/main" id="{CD336D7C-F281-98C2-7DCC-CF1C8B1972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p:cNvSpPr>
            <a:spLocks noGrp="1"/>
          </p:cNvSpPr>
          <p:nvPr>
            <p:ph type="body" idx="10" hasCustomPrompt="1"/>
          </p:nvPr>
        </p:nvSpPr>
        <p:spPr>
          <a:xfrm>
            <a:off x="4572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p:cNvSpPr>
            <a:spLocks noGrp="1"/>
          </p:cNvSpPr>
          <p:nvPr>
            <p:ph sz="half" idx="11"/>
          </p:nvPr>
        </p:nvSpPr>
        <p:spPr>
          <a:xfrm>
            <a:off x="457200" y="1883664"/>
            <a:ext cx="34544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Middle"/>
          <p:cNvSpPr>
            <a:spLocks noGrp="1"/>
          </p:cNvSpPr>
          <p:nvPr>
            <p:ph type="body" sz="quarter" idx="13" hasCustomPrompt="1"/>
          </p:nvPr>
        </p:nvSpPr>
        <p:spPr>
          <a:xfrm>
            <a:off x="4368799"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Middle"/>
          <p:cNvSpPr>
            <a:spLocks noGrp="1"/>
          </p:cNvSpPr>
          <p:nvPr>
            <p:ph sz="quarter" idx="12"/>
          </p:nvPr>
        </p:nvSpPr>
        <p:spPr>
          <a:xfrm>
            <a:off x="4368799" y="1883664"/>
            <a:ext cx="34544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7" name="Heading Right"/>
          <p:cNvSpPr>
            <a:spLocks noGrp="1"/>
          </p:cNvSpPr>
          <p:nvPr>
            <p:ph type="body" sz="quarter" idx="15" hasCustomPrompt="1"/>
          </p:nvPr>
        </p:nvSpPr>
        <p:spPr>
          <a:xfrm>
            <a:off x="82804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8" name="Content Right"/>
          <p:cNvSpPr>
            <a:spLocks noGrp="1"/>
          </p:cNvSpPr>
          <p:nvPr>
            <p:ph sz="quarter" idx="14"/>
          </p:nvPr>
        </p:nvSpPr>
        <p:spPr>
          <a:xfrm>
            <a:off x="8280400" y="1883664"/>
            <a:ext cx="34544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7" orient="horz" pos="880" userDrawn="1">
          <p15:clr>
            <a:srgbClr val="FBAE40"/>
          </p15:clr>
        </p15:guide>
        <p15:guide id="8" pos="2464" userDrawn="1">
          <p15:clr>
            <a:srgbClr val="FBAE40"/>
          </p15:clr>
        </p15:guide>
        <p15:guide id="9" pos="2752" userDrawn="1">
          <p15:clr>
            <a:srgbClr val="FBAE40"/>
          </p15:clr>
        </p15:guide>
        <p15:guide id="10" pos="4928" userDrawn="1">
          <p15:clr>
            <a:srgbClr val="FBAE40"/>
          </p15:clr>
        </p15:guide>
        <p15:guide id="11" pos="5216" userDrawn="1">
          <p15:clr>
            <a:srgbClr val="FBAE40"/>
          </p15:clr>
        </p15:guide>
        <p15:guide id="13" orient="horz" pos="118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lumns with headin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6FBF764C-643E-BA99-8662-79281389AA6D}"/>
              </a:ext>
            </a:extLst>
          </p:cNvPr>
          <p:cNvGraphicFramePr>
            <a:graphicFrameLocks noChangeAspect="1"/>
          </p:cNvGraphicFramePr>
          <p:nvPr userDrawn="1">
            <p:custDataLst>
              <p:tags r:id="rId1"/>
            </p:custDataLst>
            <p:extLst>
              <p:ext uri="{D42A27DB-BD31-4B8C-83A1-F6EECF244321}">
                <p14:modId xmlns:p14="http://schemas.microsoft.com/office/powerpoint/2010/main" val="1539377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12" name="think-cell data - do not delete" hidden="1">
                        <a:extLst>
                          <a:ext uri="{FF2B5EF4-FFF2-40B4-BE49-F238E27FC236}">
                            <a16:creationId xmlns:a16="http://schemas.microsoft.com/office/drawing/2014/main" id="{6FBF764C-643E-BA99-8662-79281389AA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Top"/>
          <p:cNvSpPr>
            <a:spLocks noGrp="1"/>
          </p:cNvSpPr>
          <p:nvPr>
            <p:ph type="body" idx="10" hasCustomPrompt="1"/>
          </p:nvPr>
        </p:nvSpPr>
        <p:spPr>
          <a:xfrm>
            <a:off x="457199" y="1399032"/>
            <a:ext cx="24765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Top"/>
          <p:cNvSpPr>
            <a:spLocks noGrp="1"/>
          </p:cNvSpPr>
          <p:nvPr>
            <p:ph sz="quarter" idx="11"/>
          </p:nvPr>
        </p:nvSpPr>
        <p:spPr>
          <a:xfrm>
            <a:off x="457199" y="1883664"/>
            <a:ext cx="24765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Middle Left"/>
          <p:cNvSpPr>
            <a:spLocks noGrp="1"/>
          </p:cNvSpPr>
          <p:nvPr>
            <p:ph type="body" idx="13" hasCustomPrompt="1"/>
          </p:nvPr>
        </p:nvSpPr>
        <p:spPr>
          <a:xfrm>
            <a:off x="3390900" y="1399032"/>
            <a:ext cx="24765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Middle Left"/>
          <p:cNvSpPr>
            <a:spLocks noGrp="1"/>
          </p:cNvSpPr>
          <p:nvPr>
            <p:ph sz="quarter" idx="12"/>
          </p:nvPr>
        </p:nvSpPr>
        <p:spPr>
          <a:xfrm>
            <a:off x="3390900" y="1883664"/>
            <a:ext cx="24765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7" name="Heading Middle Right"/>
          <p:cNvSpPr>
            <a:spLocks noGrp="1"/>
          </p:cNvSpPr>
          <p:nvPr>
            <p:ph type="body" idx="15" hasCustomPrompt="1"/>
          </p:nvPr>
        </p:nvSpPr>
        <p:spPr>
          <a:xfrm>
            <a:off x="6324600" y="1399032"/>
            <a:ext cx="24765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8" name="Content Middle Right"/>
          <p:cNvSpPr>
            <a:spLocks noGrp="1"/>
          </p:cNvSpPr>
          <p:nvPr>
            <p:ph sz="quarter" idx="14"/>
          </p:nvPr>
        </p:nvSpPr>
        <p:spPr>
          <a:xfrm>
            <a:off x="6324600" y="1883664"/>
            <a:ext cx="24765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9" name="Heading Right"/>
          <p:cNvSpPr>
            <a:spLocks noGrp="1"/>
          </p:cNvSpPr>
          <p:nvPr>
            <p:ph type="body" idx="17" hasCustomPrompt="1"/>
          </p:nvPr>
        </p:nvSpPr>
        <p:spPr>
          <a:xfrm>
            <a:off x="9258300" y="1399032"/>
            <a:ext cx="24765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10" name="Content Right"/>
          <p:cNvSpPr>
            <a:spLocks noGrp="1"/>
          </p:cNvSpPr>
          <p:nvPr>
            <p:ph sz="quarter" idx="16"/>
          </p:nvPr>
        </p:nvSpPr>
        <p:spPr>
          <a:xfrm>
            <a:off x="9258300" y="1883664"/>
            <a:ext cx="24765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extLst>
      <p:ext uri="{BB962C8B-B14F-4D97-AF65-F5344CB8AC3E}">
        <p14:creationId xmlns:p14="http://schemas.microsoft.com/office/powerpoint/2010/main" val="1944550895"/>
      </p:ext>
    </p:extLst>
  </p:cSld>
  <p:clrMapOvr>
    <a:masterClrMapping/>
  </p:clrMapOvr>
  <p:extLst>
    <p:ext uri="{DCECCB84-F9BA-43D5-87BE-67443E8EF086}">
      <p15:sldGuideLst xmlns:p15="http://schemas.microsoft.com/office/powerpoint/2012/main">
        <p15:guide id="5" orient="horz" pos="880" userDrawn="1">
          <p15:clr>
            <a:srgbClr val="FBAE40"/>
          </p15:clr>
        </p15:guide>
        <p15:guide id="10" pos="2136" userDrawn="1">
          <p15:clr>
            <a:srgbClr val="FBAE40"/>
          </p15:clr>
        </p15:guide>
        <p15:guide id="11" pos="3696" userDrawn="1">
          <p15:clr>
            <a:srgbClr val="FBAE40"/>
          </p15:clr>
        </p15:guide>
        <p15:guide id="12" pos="1848" userDrawn="1">
          <p15:clr>
            <a:srgbClr val="FBAE40"/>
          </p15:clr>
        </p15:guide>
        <p15:guide id="13" pos="3984" userDrawn="1">
          <p15:clr>
            <a:srgbClr val="FBAE40"/>
          </p15:clr>
        </p15:guide>
        <p15:guide id="14" pos="5544" userDrawn="1">
          <p15:clr>
            <a:srgbClr val="FBAE40"/>
          </p15:clr>
        </p15:guide>
        <p15:guide id="15" pos="5832" userDrawn="1">
          <p15:clr>
            <a:srgbClr val="FBAE40"/>
          </p15:clr>
        </p15:guide>
        <p15:guide id="17" orient="horz" pos="118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5 columns with headin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E5DDB515-3EE6-BEDE-3DDC-76BCA1D421DB}"/>
              </a:ext>
            </a:extLst>
          </p:cNvPr>
          <p:cNvGraphicFramePr>
            <a:graphicFrameLocks noChangeAspect="1"/>
          </p:cNvGraphicFramePr>
          <p:nvPr userDrawn="1">
            <p:custDataLst>
              <p:tags r:id="rId1"/>
            </p:custDataLst>
            <p:extLst>
              <p:ext uri="{D42A27DB-BD31-4B8C-83A1-F6EECF244321}">
                <p14:modId xmlns:p14="http://schemas.microsoft.com/office/powerpoint/2010/main" val="3614190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12" name="think-cell data - do not delete" hidden="1">
                        <a:extLst>
                          <a:ext uri="{FF2B5EF4-FFF2-40B4-BE49-F238E27FC236}">
                            <a16:creationId xmlns:a16="http://schemas.microsoft.com/office/drawing/2014/main" id="{E5DDB515-3EE6-BEDE-3DDC-76BCA1D421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Top"/>
          <p:cNvSpPr>
            <a:spLocks noGrp="1"/>
          </p:cNvSpPr>
          <p:nvPr>
            <p:ph type="body" idx="10" hasCustomPrompt="1"/>
          </p:nvPr>
        </p:nvSpPr>
        <p:spPr>
          <a:xfrm>
            <a:off x="457200" y="1399032"/>
            <a:ext cx="18923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Top"/>
          <p:cNvSpPr>
            <a:spLocks noGrp="1"/>
          </p:cNvSpPr>
          <p:nvPr>
            <p:ph sz="quarter" idx="11"/>
          </p:nvPr>
        </p:nvSpPr>
        <p:spPr>
          <a:xfrm>
            <a:off x="457200" y="1883664"/>
            <a:ext cx="18923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Middle Left"/>
          <p:cNvSpPr>
            <a:spLocks noGrp="1"/>
          </p:cNvSpPr>
          <p:nvPr>
            <p:ph type="body" idx="13" hasCustomPrompt="1"/>
          </p:nvPr>
        </p:nvSpPr>
        <p:spPr>
          <a:xfrm>
            <a:off x="2806700" y="1399032"/>
            <a:ext cx="18923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Middle Left"/>
          <p:cNvSpPr>
            <a:spLocks noGrp="1"/>
          </p:cNvSpPr>
          <p:nvPr>
            <p:ph sz="quarter" idx="12"/>
          </p:nvPr>
        </p:nvSpPr>
        <p:spPr>
          <a:xfrm>
            <a:off x="2806700" y="1883664"/>
            <a:ext cx="18923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7" name="Heading Middle"/>
          <p:cNvSpPr>
            <a:spLocks noGrp="1"/>
          </p:cNvSpPr>
          <p:nvPr>
            <p:ph type="body" idx="15" hasCustomPrompt="1"/>
          </p:nvPr>
        </p:nvSpPr>
        <p:spPr>
          <a:xfrm>
            <a:off x="5156200" y="1399032"/>
            <a:ext cx="18796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8" name="Content Middle"/>
          <p:cNvSpPr>
            <a:spLocks noGrp="1"/>
          </p:cNvSpPr>
          <p:nvPr>
            <p:ph sz="quarter" idx="14"/>
          </p:nvPr>
        </p:nvSpPr>
        <p:spPr>
          <a:xfrm>
            <a:off x="5156200" y="1883664"/>
            <a:ext cx="18796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9" name="Heading Middle Right"/>
          <p:cNvSpPr>
            <a:spLocks noGrp="1"/>
          </p:cNvSpPr>
          <p:nvPr>
            <p:ph type="body" idx="17" hasCustomPrompt="1"/>
          </p:nvPr>
        </p:nvSpPr>
        <p:spPr>
          <a:xfrm>
            <a:off x="7493000" y="1399032"/>
            <a:ext cx="18923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10" name="Content Middle Right"/>
          <p:cNvSpPr>
            <a:spLocks noGrp="1"/>
          </p:cNvSpPr>
          <p:nvPr>
            <p:ph sz="quarter" idx="16"/>
          </p:nvPr>
        </p:nvSpPr>
        <p:spPr>
          <a:xfrm>
            <a:off x="7493000" y="1883664"/>
            <a:ext cx="18923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20" name="Heading Right">
            <a:extLst>
              <a:ext uri="{FF2B5EF4-FFF2-40B4-BE49-F238E27FC236}">
                <a16:creationId xmlns:a16="http://schemas.microsoft.com/office/drawing/2014/main" id="{28D70AB5-46A8-4A97-AAB4-47C1BD4B837B}"/>
              </a:ext>
            </a:extLst>
          </p:cNvPr>
          <p:cNvSpPr>
            <a:spLocks noGrp="1"/>
          </p:cNvSpPr>
          <p:nvPr>
            <p:ph type="body" idx="18" hasCustomPrompt="1"/>
          </p:nvPr>
        </p:nvSpPr>
        <p:spPr>
          <a:xfrm>
            <a:off x="9842500" y="1399032"/>
            <a:ext cx="18923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21" name="Content Right">
            <a:extLst>
              <a:ext uri="{FF2B5EF4-FFF2-40B4-BE49-F238E27FC236}">
                <a16:creationId xmlns:a16="http://schemas.microsoft.com/office/drawing/2014/main" id="{8E85D35B-391E-43DD-85C1-F96075528789}"/>
              </a:ext>
            </a:extLst>
          </p:cNvPr>
          <p:cNvSpPr>
            <a:spLocks noGrp="1"/>
          </p:cNvSpPr>
          <p:nvPr>
            <p:ph sz="quarter" idx="19"/>
          </p:nvPr>
        </p:nvSpPr>
        <p:spPr>
          <a:xfrm>
            <a:off x="9842500" y="1883664"/>
            <a:ext cx="18923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extLst>
      <p:ext uri="{BB962C8B-B14F-4D97-AF65-F5344CB8AC3E}">
        <p14:creationId xmlns:p14="http://schemas.microsoft.com/office/powerpoint/2010/main" val="2968836729"/>
      </p:ext>
    </p:extLst>
  </p:cSld>
  <p:clrMapOvr>
    <a:masterClrMapping/>
  </p:clrMapOvr>
  <p:extLst>
    <p:ext uri="{DCECCB84-F9BA-43D5-87BE-67443E8EF086}">
      <p15:sldGuideLst xmlns:p15="http://schemas.microsoft.com/office/powerpoint/2012/main">
        <p15:guide id="5" orient="horz" pos="880" userDrawn="1">
          <p15:clr>
            <a:srgbClr val="FBAE40"/>
          </p15:clr>
        </p15:guide>
        <p15:guide id="6" pos="1480" userDrawn="1">
          <p15:clr>
            <a:srgbClr val="FBAE40"/>
          </p15:clr>
        </p15:guide>
        <p15:guide id="7" pos="1768" userDrawn="1">
          <p15:clr>
            <a:srgbClr val="FBAE40"/>
          </p15:clr>
        </p15:guide>
        <p15:guide id="8" pos="2960" userDrawn="1">
          <p15:clr>
            <a:srgbClr val="FBAE40"/>
          </p15:clr>
        </p15:guide>
        <p15:guide id="9" pos="3248" userDrawn="1">
          <p15:clr>
            <a:srgbClr val="FBAE40"/>
          </p15:clr>
        </p15:guide>
        <p15:guide id="10" pos="4432" userDrawn="1">
          <p15:clr>
            <a:srgbClr val="FBAE40"/>
          </p15:clr>
        </p15:guide>
        <p15:guide id="11" pos="4720" userDrawn="1">
          <p15:clr>
            <a:srgbClr val="FBAE40"/>
          </p15:clr>
        </p15:guide>
        <p15:guide id="12" pos="5912" userDrawn="1">
          <p15:clr>
            <a:srgbClr val="FBAE40"/>
          </p15:clr>
        </p15:guide>
        <p15:guide id="13" pos="6200" userDrawn="1">
          <p15:clr>
            <a:srgbClr val="FBAE40"/>
          </p15:clr>
        </p15:guide>
        <p15:guide id="15" orient="horz" pos="118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4 textboxes with headin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2D185F34-4369-8A8E-477E-48C0ABEF8EAA}"/>
              </a:ext>
            </a:extLst>
          </p:cNvPr>
          <p:cNvGraphicFramePr>
            <a:graphicFrameLocks noChangeAspect="1"/>
          </p:cNvGraphicFramePr>
          <p:nvPr userDrawn="1">
            <p:custDataLst>
              <p:tags r:id="rId1"/>
            </p:custDataLst>
            <p:extLst>
              <p:ext uri="{D42A27DB-BD31-4B8C-83A1-F6EECF244321}">
                <p14:modId xmlns:p14="http://schemas.microsoft.com/office/powerpoint/2010/main" val="35563913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12" name="think-cell data - do not delete" hidden="1">
                        <a:extLst>
                          <a:ext uri="{FF2B5EF4-FFF2-40B4-BE49-F238E27FC236}">
                            <a16:creationId xmlns:a16="http://schemas.microsoft.com/office/drawing/2014/main" id="{2D185F34-4369-8A8E-477E-48C0ABEF8E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Top"/>
          <p:cNvSpPr>
            <a:spLocks noGrp="1"/>
          </p:cNvSpPr>
          <p:nvPr>
            <p:ph type="body" idx="10" hasCustomPrompt="1"/>
          </p:nvPr>
        </p:nvSpPr>
        <p:spPr>
          <a:xfrm>
            <a:off x="457200" y="1399032"/>
            <a:ext cx="54102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Top"/>
          <p:cNvSpPr>
            <a:spLocks noGrp="1"/>
          </p:cNvSpPr>
          <p:nvPr>
            <p:ph sz="quarter" idx="11"/>
          </p:nvPr>
        </p:nvSpPr>
        <p:spPr>
          <a:xfrm>
            <a:off x="457200" y="1883664"/>
            <a:ext cx="54102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Right Top"/>
          <p:cNvSpPr>
            <a:spLocks noGrp="1"/>
          </p:cNvSpPr>
          <p:nvPr>
            <p:ph type="body" idx="13" hasCustomPrompt="1"/>
          </p:nvPr>
        </p:nvSpPr>
        <p:spPr>
          <a:xfrm>
            <a:off x="6324600" y="1399032"/>
            <a:ext cx="5410199"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Right Top"/>
          <p:cNvSpPr>
            <a:spLocks noGrp="1"/>
          </p:cNvSpPr>
          <p:nvPr>
            <p:ph sz="quarter" idx="12"/>
          </p:nvPr>
        </p:nvSpPr>
        <p:spPr>
          <a:xfrm>
            <a:off x="6324600" y="1883664"/>
            <a:ext cx="5410199"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7" name="Heading Left Bottom"/>
          <p:cNvSpPr>
            <a:spLocks noGrp="1"/>
          </p:cNvSpPr>
          <p:nvPr>
            <p:ph type="body" idx="15" hasCustomPrompt="1"/>
          </p:nvPr>
        </p:nvSpPr>
        <p:spPr>
          <a:xfrm>
            <a:off x="457200" y="4005072"/>
            <a:ext cx="54102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8" name="Content Left Bottom"/>
          <p:cNvSpPr>
            <a:spLocks noGrp="1"/>
          </p:cNvSpPr>
          <p:nvPr>
            <p:ph sz="quarter" idx="14"/>
          </p:nvPr>
        </p:nvSpPr>
        <p:spPr>
          <a:xfrm>
            <a:off x="457200" y="4489704"/>
            <a:ext cx="54102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9" name="Heading Right Bottom"/>
          <p:cNvSpPr>
            <a:spLocks noGrp="1"/>
          </p:cNvSpPr>
          <p:nvPr>
            <p:ph type="body" idx="17" hasCustomPrompt="1"/>
          </p:nvPr>
        </p:nvSpPr>
        <p:spPr>
          <a:xfrm>
            <a:off x="6324600" y="4005072"/>
            <a:ext cx="5410199"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10" name="Content Right Bottom"/>
          <p:cNvSpPr>
            <a:spLocks noGrp="1"/>
          </p:cNvSpPr>
          <p:nvPr>
            <p:ph sz="quarter" idx="16"/>
          </p:nvPr>
        </p:nvSpPr>
        <p:spPr>
          <a:xfrm>
            <a:off x="6324600" y="4489704"/>
            <a:ext cx="5410199"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7" orient="horz" pos="880" userDrawn="1">
          <p15:clr>
            <a:srgbClr val="FBAE40"/>
          </p15:clr>
        </p15:guide>
        <p15:guide id="10" pos="3984" userDrawn="1">
          <p15:clr>
            <a:srgbClr val="FBAE40"/>
          </p15:clr>
        </p15:guide>
        <p15:guide id="14" pos="3696" userDrawn="1">
          <p15:clr>
            <a:srgbClr val="FBAE40"/>
          </p15:clr>
        </p15:guide>
        <p15:guide id="15" orient="horz" pos="1184" userDrawn="1">
          <p15:clr>
            <a:srgbClr val="FBAE40"/>
          </p15:clr>
        </p15:guide>
        <p15:guide id="17" orient="horz" pos="2832" userDrawn="1">
          <p15:clr>
            <a:srgbClr val="FBAE40"/>
          </p15:clr>
        </p15:guide>
        <p15:guide id="18" orient="horz" pos="252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6 textboxes with headin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0E0B490B-C4C0-7DB5-1170-87BA0F89C155}"/>
              </a:ext>
            </a:extLst>
          </p:cNvPr>
          <p:cNvGraphicFramePr>
            <a:graphicFrameLocks noChangeAspect="1"/>
          </p:cNvGraphicFramePr>
          <p:nvPr userDrawn="1">
            <p:custDataLst>
              <p:tags r:id="rId1"/>
            </p:custDataLst>
            <p:extLst>
              <p:ext uri="{D42A27DB-BD31-4B8C-83A1-F6EECF244321}">
                <p14:modId xmlns:p14="http://schemas.microsoft.com/office/powerpoint/2010/main" val="28244188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16" name="think-cell data - do not delete" hidden="1">
                        <a:extLst>
                          <a:ext uri="{FF2B5EF4-FFF2-40B4-BE49-F238E27FC236}">
                            <a16:creationId xmlns:a16="http://schemas.microsoft.com/office/drawing/2014/main" id="{0E0B490B-C4C0-7DB5-1170-87BA0F89C15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Top"/>
          <p:cNvSpPr>
            <a:spLocks noGrp="1"/>
          </p:cNvSpPr>
          <p:nvPr>
            <p:ph type="body" idx="10" hasCustomPrompt="1"/>
          </p:nvPr>
        </p:nvSpPr>
        <p:spPr>
          <a:xfrm>
            <a:off x="4572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Top"/>
          <p:cNvSpPr>
            <a:spLocks noGrp="1"/>
          </p:cNvSpPr>
          <p:nvPr>
            <p:ph sz="quarter" idx="11"/>
          </p:nvPr>
        </p:nvSpPr>
        <p:spPr>
          <a:xfrm>
            <a:off x="457200" y="1883664"/>
            <a:ext cx="34544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Middle Top"/>
          <p:cNvSpPr>
            <a:spLocks noGrp="1"/>
          </p:cNvSpPr>
          <p:nvPr>
            <p:ph type="body" idx="13" hasCustomPrompt="1"/>
          </p:nvPr>
        </p:nvSpPr>
        <p:spPr>
          <a:xfrm>
            <a:off x="4368799"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Middle Top"/>
          <p:cNvSpPr>
            <a:spLocks noGrp="1"/>
          </p:cNvSpPr>
          <p:nvPr>
            <p:ph sz="quarter" idx="12"/>
          </p:nvPr>
        </p:nvSpPr>
        <p:spPr>
          <a:xfrm>
            <a:off x="4368799" y="1883664"/>
            <a:ext cx="34544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7" name="Heading Right Top"/>
          <p:cNvSpPr>
            <a:spLocks noGrp="1"/>
          </p:cNvSpPr>
          <p:nvPr>
            <p:ph type="body" idx="15" hasCustomPrompt="1"/>
          </p:nvPr>
        </p:nvSpPr>
        <p:spPr>
          <a:xfrm>
            <a:off x="82804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8" name="Content Right Top"/>
          <p:cNvSpPr>
            <a:spLocks noGrp="1"/>
          </p:cNvSpPr>
          <p:nvPr>
            <p:ph sz="quarter" idx="14"/>
          </p:nvPr>
        </p:nvSpPr>
        <p:spPr>
          <a:xfrm>
            <a:off x="8280400" y="1883664"/>
            <a:ext cx="34544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9" name="Heading Left Bottom"/>
          <p:cNvSpPr>
            <a:spLocks noGrp="1"/>
          </p:cNvSpPr>
          <p:nvPr>
            <p:ph type="body" idx="17" hasCustomPrompt="1"/>
          </p:nvPr>
        </p:nvSpPr>
        <p:spPr>
          <a:xfrm>
            <a:off x="457200" y="400507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10" name="Content Left Bottom"/>
          <p:cNvSpPr>
            <a:spLocks noGrp="1"/>
          </p:cNvSpPr>
          <p:nvPr>
            <p:ph sz="quarter" idx="16"/>
          </p:nvPr>
        </p:nvSpPr>
        <p:spPr>
          <a:xfrm>
            <a:off x="457200" y="4489704"/>
            <a:ext cx="34544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11" name="Heading Middle Bottom"/>
          <p:cNvSpPr>
            <a:spLocks noGrp="1"/>
          </p:cNvSpPr>
          <p:nvPr>
            <p:ph type="body" idx="19" hasCustomPrompt="1"/>
          </p:nvPr>
        </p:nvSpPr>
        <p:spPr>
          <a:xfrm>
            <a:off x="4368799" y="400507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12" name="Content Middle Bottom"/>
          <p:cNvSpPr>
            <a:spLocks noGrp="1"/>
          </p:cNvSpPr>
          <p:nvPr>
            <p:ph sz="quarter" idx="18"/>
          </p:nvPr>
        </p:nvSpPr>
        <p:spPr>
          <a:xfrm>
            <a:off x="4368799" y="4489704"/>
            <a:ext cx="34544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13" name="Heading Right Bottom"/>
          <p:cNvSpPr>
            <a:spLocks noGrp="1"/>
          </p:cNvSpPr>
          <p:nvPr>
            <p:ph type="body" idx="21" hasCustomPrompt="1"/>
          </p:nvPr>
        </p:nvSpPr>
        <p:spPr>
          <a:xfrm>
            <a:off x="8280400" y="400507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14" name="Content Right Bottom"/>
          <p:cNvSpPr>
            <a:spLocks noGrp="1"/>
          </p:cNvSpPr>
          <p:nvPr>
            <p:ph sz="quarter" idx="20"/>
          </p:nvPr>
        </p:nvSpPr>
        <p:spPr>
          <a:xfrm>
            <a:off x="8280400" y="4489704"/>
            <a:ext cx="34544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12" pos="2752" userDrawn="1">
          <p15:clr>
            <a:srgbClr val="FBAE40"/>
          </p15:clr>
        </p15:guide>
        <p15:guide id="14" pos="5216" userDrawn="1">
          <p15:clr>
            <a:srgbClr val="FBAE40"/>
          </p15:clr>
        </p15:guide>
        <p15:guide id="18" pos="2464" userDrawn="1">
          <p15:clr>
            <a:srgbClr val="FBAE40"/>
          </p15:clr>
        </p15:guide>
        <p15:guide id="20" pos="4928" userDrawn="1">
          <p15:clr>
            <a:srgbClr val="FBAE40"/>
          </p15:clr>
        </p15:guide>
        <p15:guide id="21" orient="horz" pos="2520" userDrawn="1">
          <p15:clr>
            <a:srgbClr val="FBAE40"/>
          </p15:clr>
        </p15:guide>
        <p15:guide id="24" orient="horz" pos="880" userDrawn="1">
          <p15:clr>
            <a:srgbClr val="FBAE40"/>
          </p15:clr>
        </p15:guide>
        <p15:guide id="25" orient="horz" pos="1184" userDrawn="1">
          <p15:clr>
            <a:srgbClr val="FBAE40"/>
          </p15:clr>
        </p15:guide>
        <p15:guide id="27" orient="horz" pos="283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V - bio with photo">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2F0F7A3-E68E-A674-306B-FD7D70A29216}"/>
              </a:ext>
            </a:extLst>
          </p:cNvPr>
          <p:cNvGraphicFramePr>
            <a:graphicFrameLocks noChangeAspect="1"/>
          </p:cNvGraphicFramePr>
          <p:nvPr userDrawn="1">
            <p:custDataLst>
              <p:tags r:id="rId1"/>
            </p:custDataLst>
            <p:extLst>
              <p:ext uri="{D42A27DB-BD31-4B8C-83A1-F6EECF244321}">
                <p14:modId xmlns:p14="http://schemas.microsoft.com/office/powerpoint/2010/main" val="42806626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3" name="think-cell data - do not delete" hidden="1">
                        <a:extLst>
                          <a:ext uri="{FF2B5EF4-FFF2-40B4-BE49-F238E27FC236}">
                            <a16:creationId xmlns:a16="http://schemas.microsoft.com/office/drawing/2014/main" id="{C2F0F7A3-E68E-A674-306B-FD7D70A2921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8" name="Line"/>
          <p:cNvCxnSpPr/>
          <p:nvPr userDrawn="1"/>
        </p:nvCxnSpPr>
        <p:spPr>
          <a:xfrm>
            <a:off x="3911600" y="0"/>
            <a:ext cx="0" cy="6858000"/>
          </a:xfrm>
          <a:prstGeom prst="line">
            <a:avLst/>
          </a:prstGeom>
          <a:ln w="190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hasCustomPrompt="1"/>
          </p:nvPr>
        </p:nvSpPr>
        <p:spPr>
          <a:xfrm>
            <a:off x="457200" y="4114800"/>
            <a:ext cx="2997200" cy="734155"/>
          </a:xfrm>
        </p:spPr>
        <p:txBody>
          <a:bodyPr vert="horz" anchor="b">
            <a:noAutofit/>
          </a:bodyPr>
          <a:lstStyle>
            <a:lvl1pPr algn="ctr" rtl="0">
              <a:defRPr sz="2400"/>
            </a:lvl1pPr>
          </a:lstStyle>
          <a:p>
            <a:r>
              <a:rPr lang="en-IN"/>
              <a:t>Name</a:t>
            </a:r>
          </a:p>
        </p:txBody>
      </p:sp>
      <p:sp>
        <p:nvSpPr>
          <p:cNvPr id="5" name="Role"/>
          <p:cNvSpPr>
            <a:spLocks noGrp="1"/>
          </p:cNvSpPr>
          <p:nvPr>
            <p:ph type="body" sz="quarter" idx="10" hasCustomPrompt="1"/>
          </p:nvPr>
        </p:nvSpPr>
        <p:spPr>
          <a:xfrm>
            <a:off x="457200" y="4848955"/>
            <a:ext cx="2997200" cy="429768"/>
          </a:xfrm>
        </p:spPr>
        <p:txBody>
          <a:bodyPr/>
          <a:lstStyle>
            <a:lvl1pPr marL="0" indent="0" algn="ctr" rtl="0">
              <a:spcBef>
                <a:spcPts val="0"/>
              </a:spcBef>
              <a:buFont typeface="Arial" panose="020B0604020202020204" pitchFamily="34" charset="0"/>
              <a:buChar char="​"/>
              <a:defRPr sz="1400" b="0">
                <a:solidFill>
                  <a:schemeClr val="tx1"/>
                </a:solidFill>
              </a:defRPr>
            </a:lvl1pPr>
            <a:lvl2pPr marL="0" indent="0" algn="ctr">
              <a:spcBef>
                <a:spcPts val="0"/>
              </a:spcBef>
              <a:buFont typeface="Arial" panose="020B0604020202020204" pitchFamily="34" charset="0"/>
              <a:buChar char="​"/>
              <a:defRPr sz="1400">
                <a:solidFill>
                  <a:schemeClr val="tx1"/>
                </a:solidFill>
              </a:defRPr>
            </a:lvl2pPr>
            <a:lvl3pPr marL="0" indent="0" algn="ctr">
              <a:spcBef>
                <a:spcPts val="0"/>
              </a:spcBef>
              <a:buFont typeface="Arial" panose="020B0604020202020204" pitchFamily="34" charset="0"/>
              <a:buChar char="​"/>
              <a:defRPr sz="1400">
                <a:solidFill>
                  <a:schemeClr val="tx1"/>
                </a:solidFill>
              </a:defRPr>
            </a:lvl3pPr>
            <a:lvl4pPr marL="0" indent="0" algn="ctr">
              <a:spcBef>
                <a:spcPts val="0"/>
              </a:spcBef>
              <a:buFont typeface="Arial" panose="020B0604020202020204" pitchFamily="34" charset="0"/>
              <a:buChar char="​"/>
              <a:defRPr sz="1400">
                <a:solidFill>
                  <a:schemeClr val="tx1"/>
                </a:solidFill>
              </a:defRPr>
            </a:lvl4pPr>
            <a:lvl5pPr marL="0" indent="0" algn="ctr">
              <a:spcBef>
                <a:spcPts val="0"/>
              </a:spcBef>
              <a:buFont typeface="Arial" panose="020B0604020202020204" pitchFamily="34" charset="0"/>
              <a:buChar char="​"/>
              <a:defRPr sz="1400">
                <a:solidFill>
                  <a:schemeClr val="tx1"/>
                </a:solidFill>
              </a:defRPr>
            </a:lvl5pPr>
            <a:lvl6pPr marL="0" indent="0" algn="ctr">
              <a:spcBef>
                <a:spcPts val="0"/>
              </a:spcBef>
              <a:buFont typeface="Arial" panose="020B0604020202020204" pitchFamily="34" charset="0"/>
              <a:buChar char="​"/>
              <a:defRPr sz="1400">
                <a:solidFill>
                  <a:schemeClr val="tx1"/>
                </a:solidFill>
              </a:defRPr>
            </a:lvl6pPr>
            <a:lvl7pPr marL="0" indent="0" algn="ctr">
              <a:spcBef>
                <a:spcPts val="0"/>
              </a:spcBef>
              <a:buFont typeface="Arial" panose="020B0604020202020204" pitchFamily="34" charset="0"/>
              <a:buChar char="​"/>
              <a:defRPr sz="1400">
                <a:solidFill>
                  <a:schemeClr val="tx1"/>
                </a:solidFill>
              </a:defRPr>
            </a:lvl7pPr>
            <a:lvl8pPr marL="0" indent="0" algn="ctr">
              <a:spcBef>
                <a:spcPts val="0"/>
              </a:spcBef>
              <a:buFont typeface="Arial" panose="020B0604020202020204" pitchFamily="34" charset="0"/>
              <a:buChar char="​"/>
              <a:defRPr sz="1400">
                <a:solidFill>
                  <a:schemeClr val="tx1"/>
                </a:solidFill>
              </a:defRPr>
            </a:lvl8pPr>
            <a:lvl9pPr marL="0" indent="0" algn="ctr">
              <a:spcBef>
                <a:spcPts val="0"/>
              </a:spcBef>
              <a:buFont typeface="Arial" panose="020B0604020202020204" pitchFamily="34" charset="0"/>
              <a:buChar char="​"/>
              <a:defRPr sz="1400">
                <a:solidFill>
                  <a:schemeClr val="tx1"/>
                </a:solidFill>
              </a:defRPr>
            </a:lvl9pPr>
          </a:lstStyle>
          <a:p>
            <a:pPr lvl="0"/>
            <a:r>
              <a:rPr lang="en-IN"/>
              <a:t>Role &amp; Position</a:t>
            </a:r>
          </a:p>
        </p:txBody>
      </p:sp>
      <p:sp>
        <p:nvSpPr>
          <p:cNvPr id="7" name="Headshot"/>
          <p:cNvSpPr>
            <a:spLocks noGrp="1" noChangeAspect="1"/>
          </p:cNvSpPr>
          <p:nvPr>
            <p:ph type="pic" sz="quarter" idx="20" hasCustomPrompt="1"/>
          </p:nvPr>
        </p:nvSpPr>
        <p:spPr>
          <a:xfrm>
            <a:off x="457200" y="786128"/>
            <a:ext cx="2997200" cy="2997200"/>
          </a:xfrm>
          <a:prstGeom prst="ellipse">
            <a:avLst/>
          </a:prstGeom>
          <a:solidFill>
            <a:srgbClr val="F0F0F0"/>
          </a:solidFill>
        </p:spPr>
        <p:txBody>
          <a:bodyPr tIns="868680" anchor="ctr"/>
          <a:lstStyle>
            <a:lvl1pPr marL="0" indent="0" algn="ctr" rtl="0">
              <a:buNone/>
              <a:defRPr sz="1400">
                <a:solidFill>
                  <a:schemeClr val="tx1"/>
                </a:solidFill>
              </a:defRPr>
            </a:lvl1pPr>
          </a:lstStyle>
          <a:p>
            <a:r>
              <a:rPr lang="en-IN"/>
              <a:t>Click icon to add headshot</a:t>
            </a:r>
          </a:p>
        </p:txBody>
      </p:sp>
      <p:sp>
        <p:nvSpPr>
          <p:cNvPr id="6" name="Content"/>
          <p:cNvSpPr>
            <a:spLocks noGrp="1"/>
          </p:cNvSpPr>
          <p:nvPr>
            <p:ph type="body" sz="quarter" idx="11"/>
          </p:nvPr>
        </p:nvSpPr>
        <p:spPr>
          <a:xfrm>
            <a:off x="4368799" y="381000"/>
            <a:ext cx="7366000" cy="6019800"/>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2" pos="2176"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One pager credential">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AD8D924F-8706-11AC-4425-3509DDB0B018}"/>
              </a:ext>
            </a:extLst>
          </p:cNvPr>
          <p:cNvGraphicFramePr>
            <a:graphicFrameLocks noChangeAspect="1"/>
          </p:cNvGraphicFramePr>
          <p:nvPr userDrawn="1">
            <p:custDataLst>
              <p:tags r:id="rId1"/>
            </p:custDataLst>
            <p:extLst>
              <p:ext uri="{D42A27DB-BD31-4B8C-83A1-F6EECF244321}">
                <p14:modId xmlns:p14="http://schemas.microsoft.com/office/powerpoint/2010/main" val="15336915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11" name="think-cell data - do not delete" hidden="1">
                        <a:extLst>
                          <a:ext uri="{FF2B5EF4-FFF2-40B4-BE49-F238E27FC236}">
                            <a16:creationId xmlns:a16="http://schemas.microsoft.com/office/drawing/2014/main" id="{AD8D924F-8706-11AC-4425-3509DDB0B01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10" name="Impact"/>
          <p:cNvSpPr>
            <a:spLocks noGrp="1"/>
          </p:cNvSpPr>
          <p:nvPr>
            <p:ph type="body" sz="quarter" idx="16" hasCustomPrompt="1"/>
          </p:nvPr>
        </p:nvSpPr>
        <p:spPr>
          <a:xfrm>
            <a:off x="0" y="1399033"/>
            <a:ext cx="12192000" cy="1080135"/>
          </a:xfrm>
          <a:solidFill>
            <a:schemeClr val="accent1"/>
          </a:solidFill>
        </p:spPr>
        <p:txBody>
          <a:bodyPr lIns="457200" tIns="45720" rIns="457200" bIns="45720" anchor="ctr"/>
          <a:lstStyle>
            <a:lvl1pPr marL="0" indent="0" rtl="0">
              <a:spcBef>
                <a:spcPts val="0"/>
              </a:spcBef>
              <a:spcAft>
                <a:spcPts val="0"/>
              </a:spcAft>
              <a:buFont typeface="Arial" panose="020B0604020202020204" pitchFamily="34" charset="0"/>
              <a:buChar char="​"/>
              <a:defRPr sz="2000">
                <a:solidFill>
                  <a:schemeClr val="bg1"/>
                </a:solidFill>
              </a:defRPr>
            </a:lvl1pPr>
            <a:lvl2pPr marL="0" indent="0">
              <a:spcBef>
                <a:spcPts val="0"/>
              </a:spcBef>
              <a:spcAft>
                <a:spcPts val="0"/>
              </a:spcAft>
              <a:buFont typeface="Arial" panose="020B0604020202020204" pitchFamily="34" charset="0"/>
              <a:buChar char="​"/>
              <a:defRPr sz="2000">
                <a:solidFill>
                  <a:schemeClr val="bg1"/>
                </a:solidFill>
              </a:defRPr>
            </a:lvl2pPr>
            <a:lvl3pPr marL="0" indent="0">
              <a:spcBef>
                <a:spcPts val="0"/>
              </a:spcBef>
              <a:spcAft>
                <a:spcPts val="0"/>
              </a:spcAft>
              <a:buFont typeface="Arial" panose="020B0604020202020204" pitchFamily="34" charset="0"/>
              <a:buChar char="​"/>
              <a:defRPr sz="2000">
                <a:solidFill>
                  <a:schemeClr val="bg1"/>
                </a:solidFill>
              </a:defRPr>
            </a:lvl3pPr>
            <a:lvl4pPr marL="0" indent="0">
              <a:spcBef>
                <a:spcPts val="0"/>
              </a:spcBef>
              <a:spcAft>
                <a:spcPts val="0"/>
              </a:spcAft>
              <a:buFont typeface="Arial" panose="020B0604020202020204" pitchFamily="34" charset="0"/>
              <a:buChar char="​"/>
              <a:defRPr sz="2000">
                <a:solidFill>
                  <a:schemeClr val="bg1"/>
                </a:solidFill>
              </a:defRPr>
            </a:lvl4pPr>
            <a:lvl5pPr marL="0" indent="0">
              <a:spcBef>
                <a:spcPts val="0"/>
              </a:spcBef>
              <a:spcAft>
                <a:spcPts val="0"/>
              </a:spcAft>
              <a:buFont typeface="Arial" panose="020B0604020202020204" pitchFamily="34" charset="0"/>
              <a:buChar char="​"/>
              <a:defRPr sz="2000">
                <a:solidFill>
                  <a:schemeClr val="bg1"/>
                </a:solidFill>
              </a:defRPr>
            </a:lvl5pPr>
            <a:lvl6pPr marL="0" indent="0">
              <a:spcBef>
                <a:spcPts val="0"/>
              </a:spcBef>
              <a:spcAft>
                <a:spcPts val="0"/>
              </a:spcAft>
              <a:buFont typeface="Arial" panose="020B0604020202020204" pitchFamily="34" charset="0"/>
              <a:buChar char="​"/>
              <a:defRPr sz="2000">
                <a:solidFill>
                  <a:schemeClr val="bg1"/>
                </a:solidFill>
              </a:defRPr>
            </a:lvl6pPr>
            <a:lvl7pPr marL="0" indent="0">
              <a:spcBef>
                <a:spcPts val="0"/>
              </a:spcBef>
              <a:spcAft>
                <a:spcPts val="0"/>
              </a:spcAft>
              <a:buFont typeface="Arial" panose="020B0604020202020204" pitchFamily="34" charset="0"/>
              <a:buChar char="​"/>
              <a:defRPr sz="2000">
                <a:solidFill>
                  <a:schemeClr val="bg1"/>
                </a:solidFill>
              </a:defRPr>
            </a:lvl7pPr>
            <a:lvl8pPr marL="0" indent="0">
              <a:spcBef>
                <a:spcPts val="0"/>
              </a:spcBef>
              <a:spcAft>
                <a:spcPts val="0"/>
              </a:spcAft>
              <a:buFont typeface="Arial" panose="020B0604020202020204" pitchFamily="34" charset="0"/>
              <a:buChar char="​"/>
              <a:defRPr sz="2000">
                <a:solidFill>
                  <a:schemeClr val="bg1"/>
                </a:solidFill>
              </a:defRPr>
            </a:lvl8pPr>
            <a:lvl9pPr marL="0" indent="0">
              <a:spcBef>
                <a:spcPts val="0"/>
              </a:spcBef>
              <a:spcAft>
                <a:spcPts val="0"/>
              </a:spcAft>
              <a:buFont typeface="Arial" panose="020B0604020202020204" pitchFamily="34" charset="0"/>
              <a:buChar char="​"/>
              <a:defRPr sz="2000">
                <a:solidFill>
                  <a:schemeClr val="bg1"/>
                </a:solidFill>
              </a:defRPr>
            </a:lvl9pPr>
          </a:lstStyle>
          <a:p>
            <a:pPr lvl="0"/>
            <a:r>
              <a:rPr lang="en-IN"/>
              <a:t>Insert impact statements here (alternatively change background color)</a:t>
            </a:r>
          </a:p>
        </p:txBody>
      </p:sp>
      <p:sp>
        <p:nvSpPr>
          <p:cNvPr id="3" name="Heading Left"/>
          <p:cNvSpPr>
            <a:spLocks noGrp="1"/>
          </p:cNvSpPr>
          <p:nvPr>
            <p:ph type="body" idx="10" hasCustomPrompt="1"/>
          </p:nvPr>
        </p:nvSpPr>
        <p:spPr>
          <a:xfrm>
            <a:off x="457200" y="2703194"/>
            <a:ext cx="3454400" cy="215444"/>
          </a:xfrm>
        </p:spPr>
        <p:txBody>
          <a:bodyPr>
            <a:noAutofit/>
          </a:bodyPr>
          <a:lstStyle>
            <a:lvl1pPr marL="0" indent="0" rtl="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p:txBody>
      </p:sp>
      <p:sp>
        <p:nvSpPr>
          <p:cNvPr id="4" name="Content Left"/>
          <p:cNvSpPr>
            <a:spLocks noGrp="1"/>
          </p:cNvSpPr>
          <p:nvPr>
            <p:ph type="body" sz="half" idx="11"/>
          </p:nvPr>
        </p:nvSpPr>
        <p:spPr>
          <a:xfrm>
            <a:off x="457200" y="3063236"/>
            <a:ext cx="3454400" cy="3337564"/>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Middle"/>
          <p:cNvSpPr>
            <a:spLocks noGrp="1"/>
          </p:cNvSpPr>
          <p:nvPr>
            <p:ph type="body" sz="quarter" idx="13" hasCustomPrompt="1"/>
          </p:nvPr>
        </p:nvSpPr>
        <p:spPr>
          <a:xfrm>
            <a:off x="4368799" y="2703194"/>
            <a:ext cx="3454400" cy="215444"/>
          </a:xfrm>
        </p:spPr>
        <p:txBody>
          <a:bodyPr>
            <a:noAutofit/>
          </a:bodyPr>
          <a:lstStyle>
            <a:lvl1pPr marL="0" indent="0" rtl="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p:txBody>
      </p:sp>
      <p:sp>
        <p:nvSpPr>
          <p:cNvPr id="6" name="Content Middle"/>
          <p:cNvSpPr>
            <a:spLocks noGrp="1"/>
          </p:cNvSpPr>
          <p:nvPr>
            <p:ph type="body" sz="quarter" idx="12"/>
          </p:nvPr>
        </p:nvSpPr>
        <p:spPr>
          <a:xfrm>
            <a:off x="4368799" y="3063239"/>
            <a:ext cx="3454400" cy="3337561"/>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7" name="Heading Right"/>
          <p:cNvSpPr>
            <a:spLocks noGrp="1"/>
          </p:cNvSpPr>
          <p:nvPr>
            <p:ph type="body" sz="quarter" idx="15" hasCustomPrompt="1"/>
          </p:nvPr>
        </p:nvSpPr>
        <p:spPr>
          <a:xfrm>
            <a:off x="8280400" y="2703194"/>
            <a:ext cx="3454400" cy="215444"/>
          </a:xfrm>
        </p:spPr>
        <p:txBody>
          <a:bodyPr>
            <a:noAutofit/>
          </a:bodyPr>
          <a:lstStyle>
            <a:lvl1pPr marL="0" indent="0" rtl="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p:txBody>
      </p:sp>
      <p:sp>
        <p:nvSpPr>
          <p:cNvPr id="8" name="Content Right"/>
          <p:cNvSpPr>
            <a:spLocks noGrp="1"/>
          </p:cNvSpPr>
          <p:nvPr>
            <p:ph type="body" sz="quarter" idx="14"/>
          </p:nvPr>
        </p:nvSpPr>
        <p:spPr>
          <a:xfrm>
            <a:off x="8280400" y="3063239"/>
            <a:ext cx="3454400" cy="3337561"/>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extLst>
      <p:ext uri="{BB962C8B-B14F-4D97-AF65-F5344CB8AC3E}">
        <p14:creationId xmlns:p14="http://schemas.microsoft.com/office/powerpoint/2010/main" val="2803226806"/>
      </p:ext>
    </p:extLst>
  </p:cSld>
  <p:clrMapOvr>
    <a:masterClrMapping/>
  </p:clrMapOvr>
  <p:extLst>
    <p:ext uri="{DCECCB84-F9BA-43D5-87BE-67443E8EF086}">
      <p15:sldGuideLst xmlns:p15="http://schemas.microsoft.com/office/powerpoint/2012/main">
        <p15:guide id="15" pos="2464" userDrawn="1">
          <p15:clr>
            <a:srgbClr val="FBAE40"/>
          </p15:clr>
        </p15:guide>
        <p15:guide id="16" pos="2752" userDrawn="1">
          <p15:clr>
            <a:srgbClr val="FBAE40"/>
          </p15:clr>
        </p15:guide>
        <p15:guide id="17" pos="4928" userDrawn="1">
          <p15:clr>
            <a:srgbClr val="FBAE40"/>
          </p15:clr>
        </p15:guide>
        <p15:guide id="18" pos="5216" userDrawn="1">
          <p15:clr>
            <a:srgbClr val="FBAE40"/>
          </p15:clr>
        </p15:guide>
        <p15:guide id="20" orient="horz" pos="880" userDrawn="1">
          <p15:clr>
            <a:srgbClr val="FBAE40"/>
          </p15:clr>
        </p15:guide>
        <p15:guide id="21" orient="horz" pos="1560" userDrawn="1">
          <p15:clr>
            <a:srgbClr val="FBAE40"/>
          </p15:clr>
        </p15:guide>
        <p15:guide id="24" orient="horz" pos="170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s">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4748FE1-AA46-1AA9-4ADA-5E749F50ADA6}"/>
              </a:ext>
            </a:extLst>
          </p:cNvPr>
          <p:cNvGraphicFramePr>
            <a:graphicFrameLocks noChangeAspect="1"/>
          </p:cNvGraphicFramePr>
          <p:nvPr userDrawn="1">
            <p:custDataLst>
              <p:tags r:id="rId1"/>
            </p:custDataLst>
            <p:extLst>
              <p:ext uri="{D42A27DB-BD31-4B8C-83A1-F6EECF244321}">
                <p14:modId xmlns:p14="http://schemas.microsoft.com/office/powerpoint/2010/main" val="16105296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3" name="think-cell data - do not delete" hidden="1">
                        <a:extLst>
                          <a:ext uri="{FF2B5EF4-FFF2-40B4-BE49-F238E27FC236}">
                            <a16:creationId xmlns:a16="http://schemas.microsoft.com/office/drawing/2014/main" id="{24748FE1-AA46-1AA9-4ADA-5E749F50AD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hasCustomPrompt="1"/>
          </p:nvPr>
        </p:nvSpPr>
        <p:spPr/>
        <p:txBody>
          <a:bodyPr vert="horz"/>
          <a:lstStyle>
            <a:lvl1pPr rtl="0">
              <a:defRPr/>
            </a:lvl1pPr>
          </a:lstStyle>
          <a:p>
            <a:r>
              <a:rPr lang="en-IN"/>
              <a:t>Contents</a:t>
            </a:r>
          </a:p>
        </p:txBody>
      </p:sp>
    </p:spTree>
  </p:cSld>
  <p:clrMapOvr>
    <a:masterClrMapping/>
  </p:clrMapOvr>
  <p:extLst>
    <p:ext uri="{DCECCB84-F9BA-43D5-87BE-67443E8EF086}">
      <p15:sldGuideLst xmlns:p15="http://schemas.microsoft.com/office/powerpoint/2012/main">
        <p15:guide id="1" orient="horz" pos="88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9" name="DTP_Confidentiality"/>
          <p:cNvGraphicFramePr>
            <a:graphicFrameLocks noGrp="1"/>
          </p:cNvGraphicFramePr>
          <p:nvPr userDrawn="1">
            <p:extLst>
              <p:ext uri="{D42A27DB-BD31-4B8C-83A1-F6EECF244321}">
                <p14:modId xmlns:p14="http://schemas.microsoft.com/office/powerpoint/2010/main" val="2666346388"/>
              </p:ext>
            </p:extLst>
          </p:nvPr>
        </p:nvGraphicFramePr>
        <p:xfrm>
          <a:off x="457200" y="2598420"/>
          <a:ext cx="9321800" cy="1661160"/>
        </p:xfrm>
        <a:graphic>
          <a:graphicData uri="http://schemas.openxmlformats.org/drawingml/2006/table">
            <a:tbl>
              <a:tblPr/>
              <a:tblGrid>
                <a:gridCol w="9321800">
                  <a:extLst>
                    <a:ext uri="{9D8B030D-6E8A-4147-A177-3AD203B41FA5}">
                      <a16:colId xmlns:a16="http://schemas.microsoft.com/office/drawing/2014/main" val="20000"/>
                    </a:ext>
                  </a:extLst>
                </a:gridCol>
              </a:tblGrid>
              <a:tr h="36576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lang="en-IN" sz="2400" b="1" cap="none">
                          <a:ln>
                            <a:noFill/>
                          </a:ln>
                          <a:solidFill>
                            <a:schemeClr val="tx1"/>
                          </a:solidFill>
                          <a:effectLst/>
                          <a:latin typeface="+mj-lt"/>
                          <a:ea typeface="+mj-ea"/>
                          <a:cs typeface="+mj-cs"/>
                        </a:rPr>
                        <a:t>CONFIDENTIALITY</a:t>
                      </a: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lang="en-IN" sz="1200">
                          <a:ln>
                            <a:noFill/>
                          </a:ln>
                          <a:solidFill>
                            <a:schemeClr val="tx1"/>
                          </a:solidFill>
                          <a:effectLst/>
                          <a:latin typeface="+mn-lt"/>
                          <a:ea typeface="+mn-ea"/>
                          <a:cs typeface="+mn-cs"/>
                        </a:rPr>
                        <a:t>Our clients’ industries are extremely competitive, and the maintenance of confidentiality with respect to our clients’ plans and data is critical. Oliver Wyman rigorously applies internal confidentiality practices to protect the confidentiality of all client information.
Similarly, our industry is very competitive. We view our approaches and insights as proprietary and therefore look to our clients to protect our interests in our proposals, presentations, methodologies, and analytical techniques. Under no circumstances should this material be shared with any third party without the prior written consent of Oliver Wyman.
© Oliver Wyman</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graphicFrame>
        <p:nvGraphicFramePr>
          <p:cNvPr id="3" name="TextConfOW-S-"/>
          <p:cNvGraphicFramePr>
            <a:graphicFrameLocks noGrp="1"/>
          </p:cNvGraphicFramePr>
          <p:nvPr userDrawn="1">
            <p:extLst>
              <p:ext uri="{D42A27DB-BD31-4B8C-83A1-F6EECF244321}">
                <p14:modId xmlns:p14="http://schemas.microsoft.com/office/powerpoint/2010/main" val="844622028"/>
              </p:ext>
            </p:extLst>
          </p:nvPr>
        </p:nvGraphicFramePr>
        <p:xfrm>
          <a:off x="457199" y="1828800"/>
          <a:ext cx="9321800" cy="3200400"/>
        </p:xfrm>
        <a:graphic>
          <a:graphicData uri="http://schemas.openxmlformats.org/drawingml/2006/table">
            <a:tbl>
              <a:tblPr/>
              <a:tblGrid>
                <a:gridCol w="9321800">
                  <a:extLst>
                    <a:ext uri="{9D8B030D-6E8A-4147-A177-3AD203B41FA5}">
                      <a16:colId xmlns:a16="http://schemas.microsoft.com/office/drawing/2014/main" val="20000"/>
                    </a:ext>
                  </a:extLst>
                </a:gridCol>
              </a:tblGrid>
              <a:tr h="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lang="en-IN" sz="2400" b="1" cap="none">
                          <a:ln>
                            <a:noFill/>
                          </a:ln>
                          <a:solidFill>
                            <a:schemeClr val="tx1"/>
                          </a:solidFill>
                          <a:effectLst/>
                          <a:latin typeface="+mj-lt"/>
                          <a:ea typeface="+mj-ea"/>
                          <a:cs typeface="+mj-cs"/>
                        </a:rPr>
                        <a:t>QUALIFICATIONS, ASSUMPTIONS, AND LIMITING CONDITIONS</a:t>
                      </a: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lang="en-IN" sz="1200">
                          <a:ln>
                            <a:noFill/>
                          </a:ln>
                          <a:solidFill>
                            <a:schemeClr val="tx1"/>
                          </a:solidFill>
                          <a:effectLst/>
                          <a:latin typeface="+mn-lt"/>
                          <a:ea typeface="+mn-ea"/>
                          <a:cs typeface="+mn-cs"/>
                        </a:rPr>
                        <a:t>This report is for the exclusive use of the Oliver Wyman client named herein. This report is not intended for general circulation or publication, nor is it to be reproduced, quoted, or distributed for any purpose without the prior written permission of Oliver Wyman. There are no third‑party beneficiaries with respect to this report, and Oliver Wyman does not accept any liability to any third party.
Information furnished by others, upon which all or portions of this report are based, is believed to be reliable but has not been independently verified, unless otherwise expressly indicated. Public information and industry and statistical data are from sources we deem to be reliable; however, we make no representation as to the accuracy or completeness of such information. The findings contained in this report may contain predictions based on current data and historical trends. Any such predictions are subject to inherent risks and uncertainties. Oliver Wyman accepts no responsibility for actual results or future events.
The opinions expressed in this report are valid only for the purpose stated herein and as of the date of this report. No obligation is assumed to revise this report to reflect changes, events, or conditions, which occur subsequent to the date hereof.
All decisions in connection with the implementation or use of advice or recommendations contained in this report are the sole responsibility of the client. This report does not represent investment advice nor does it provide an opinion regarding the fairness of any transaction to any and all parties. In addition, this report does not represent legal, medical, accounting, safety, or other specialized advice. For any such advice, Oliver Wyman recommends seeking and obtaining advice from a qualified professional.</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Backcover">
    <p:spTree>
      <p:nvGrpSpPr>
        <p:cNvPr id="1" name=""/>
        <p:cNvGrpSpPr/>
        <p:nvPr/>
      </p:nvGrpSpPr>
      <p:grpSpPr>
        <a:xfrm>
          <a:off x="0" y="0"/>
          <a:ext cx="0" cy="0"/>
          <a:chOff x="0" y="0"/>
          <a:chExt cx="0" cy="0"/>
        </a:xfrm>
      </p:grpSpPr>
      <p:pic>
        <p:nvPicPr>
          <p:cNvPr id="3" name="DTP_CompanyLogo_112">
            <a:extLst>
              <a:ext uri="{FF2B5EF4-FFF2-40B4-BE49-F238E27FC236}">
                <a16:creationId xmlns:a16="http://schemas.microsoft.com/office/drawing/2014/main" id="{D727131C-2CDD-5883-7787-D84BD212D0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69180" y="3194304"/>
            <a:ext cx="2453640" cy="469392"/>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0A3775B-C44D-EACD-526D-026382F31A07}"/>
              </a:ext>
            </a:extLst>
          </p:cNvPr>
          <p:cNvGraphicFramePr>
            <a:graphicFrameLocks noChangeAspect="1"/>
          </p:cNvGraphicFramePr>
          <p:nvPr userDrawn="1">
            <p:custDataLst>
              <p:tags r:id="rId1"/>
            </p:custDataLst>
            <p:extLst>
              <p:ext uri="{D42A27DB-BD31-4B8C-83A1-F6EECF244321}">
                <p14:modId xmlns:p14="http://schemas.microsoft.com/office/powerpoint/2010/main" val="34449587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7" name="think-cell data - do not delete" hidden="1">
                        <a:extLst>
                          <a:ext uri="{FF2B5EF4-FFF2-40B4-BE49-F238E27FC236}">
                            <a16:creationId xmlns:a16="http://schemas.microsoft.com/office/drawing/2014/main" id="{80A3775B-C44D-EACD-526D-026382F31A0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Holder 2"/>
          <p:cNvSpPr>
            <a:spLocks noGrp="1"/>
          </p:cNvSpPr>
          <p:nvPr>
            <p:ph type="title"/>
          </p:nvPr>
        </p:nvSpPr>
        <p:spPr/>
        <p:txBody>
          <a:bodyPr lIns="0" tIns="0" rIns="0" bIns="0"/>
          <a:lstStyle>
            <a:lvl1pPr rtl="0">
              <a:defRPr sz="2100" b="1" i="0">
                <a:solidFill>
                  <a:schemeClr val="tx1"/>
                </a:solidFill>
                <a:latin typeface="Trebuchet MS"/>
                <a:cs typeface="Trebuchet MS"/>
              </a:defRPr>
            </a:lvl1pPr>
          </a:lstStyle>
          <a:p>
            <a:endParaRPr lang="en-IN"/>
          </a:p>
        </p:txBody>
      </p:sp>
      <p:sp>
        <p:nvSpPr>
          <p:cNvPr id="3" name="Holder 3"/>
          <p:cNvSpPr>
            <a:spLocks noGrp="1"/>
          </p:cNvSpPr>
          <p:nvPr>
            <p:ph type="body" idx="1"/>
          </p:nvPr>
        </p:nvSpPr>
        <p:spPr/>
        <p:txBody>
          <a:bodyPr lIns="0" tIns="0" rIns="0" bIns="0"/>
          <a:lstStyle>
            <a:lvl1pPr rtl="0">
              <a:defRPr b="0" i="0">
                <a:solidFill>
                  <a:schemeClr val="tx1"/>
                </a:solidFill>
              </a:defRPr>
            </a:lvl1pPr>
          </a:lstStyle>
          <a:p>
            <a:endParaRPr lang="en-IN"/>
          </a:p>
        </p:txBody>
      </p:sp>
      <p:sp>
        <p:nvSpPr>
          <p:cNvPr id="4" name="Holder 4"/>
          <p:cNvSpPr>
            <a:spLocks noGrp="1"/>
          </p:cNvSpPr>
          <p:nvPr>
            <p:ph type="ftr" sz="quarter" idx="5"/>
          </p:nvPr>
        </p:nvSpPr>
        <p:spPr/>
        <p:txBody>
          <a:bodyPr lIns="0" tIns="0" rIns="0" bIns="0"/>
          <a:lstStyle>
            <a:lvl1pPr algn="ctr" rtl="0">
              <a:defRPr>
                <a:solidFill>
                  <a:schemeClr val="tx1">
                    <a:tint val="75000"/>
                  </a:schemeClr>
                </a:solidFill>
              </a:defRPr>
            </a:lvl1pPr>
          </a:lstStyle>
          <a:p>
            <a:endParaRPr lang="en-IN"/>
          </a:p>
        </p:txBody>
      </p:sp>
      <p:sp>
        <p:nvSpPr>
          <p:cNvPr id="5" name="Holder 5"/>
          <p:cNvSpPr>
            <a:spLocks noGrp="1"/>
          </p:cNvSpPr>
          <p:nvPr>
            <p:ph type="dt" sz="half" idx="6"/>
          </p:nvPr>
        </p:nvSpPr>
        <p:spPr/>
        <p:txBody>
          <a:bodyPr lIns="0" tIns="0" rIns="0" bIns="0"/>
          <a:lstStyle>
            <a:lvl1pPr algn="l" rtl="0">
              <a:defRPr>
                <a:solidFill>
                  <a:schemeClr val="tx1">
                    <a:tint val="75000"/>
                  </a:schemeClr>
                </a:solidFill>
              </a:defRPr>
            </a:lvl1pPr>
          </a:lstStyle>
          <a:p>
            <a:fld id="{1D8BD707-D9CF-40AE-B4C6-C98DA3205C09}" type="datetimeFigureOut">
              <a:rPr lang="en-IN" smtClean="0"/>
              <a:pPr/>
              <a:t>30-05-2026</a:t>
            </a:fld>
            <a:endParaRPr lang="en-IN"/>
          </a:p>
        </p:txBody>
      </p:sp>
      <p:sp>
        <p:nvSpPr>
          <p:cNvPr id="6" name="Holder 6"/>
          <p:cNvSpPr>
            <a:spLocks noGrp="1"/>
          </p:cNvSpPr>
          <p:nvPr>
            <p:ph type="sldNum" sz="quarter" idx="7"/>
          </p:nvPr>
        </p:nvSpPr>
        <p:spPr/>
        <p:txBody>
          <a:bodyPr lIns="0" tIns="0" rIns="0" bIns="0"/>
          <a:lstStyle>
            <a:lvl1pPr algn="r" rtl="0">
              <a:defRPr>
                <a:solidFill>
                  <a:schemeClr val="tx1">
                    <a:tint val="75000"/>
                  </a:schemeClr>
                </a:solidFill>
              </a:defRPr>
            </a:lvl1pPr>
          </a:lstStyle>
          <a:p>
            <a:fld id="{B6F15528-21DE-4FAA-801E-634DDDAF4B2B}" type="slidenum">
              <a:rPr lang="en-IN" smtClean="0"/>
              <a:pPr/>
              <a:t>‹#›</a:t>
            </a:fld>
            <a:endParaRPr lang="en-IN"/>
          </a:p>
        </p:txBody>
      </p:sp>
    </p:spTree>
    <p:extLst>
      <p:ext uri="{BB962C8B-B14F-4D97-AF65-F5344CB8AC3E}">
        <p14:creationId xmlns:p14="http://schemas.microsoft.com/office/powerpoint/2010/main" val="31980858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D77ABDCD-4D23-CE5A-BA42-F26226A48D7E}"/>
              </a:ext>
            </a:extLst>
          </p:cNvPr>
          <p:cNvGraphicFramePr>
            <a:graphicFrameLocks noChangeAspect="1"/>
          </p:cNvGraphicFramePr>
          <p:nvPr userDrawn="1">
            <p:custDataLst>
              <p:tags r:id="rId32"/>
            </p:custDataLst>
            <p:extLst>
              <p:ext uri="{D42A27DB-BD31-4B8C-83A1-F6EECF244321}">
                <p14:modId xmlns:p14="http://schemas.microsoft.com/office/powerpoint/2010/main" val="30455059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3" imgW="425" imgH="425" progId="TCLayout.ActiveDocument.1">
                  <p:embed/>
                </p:oleObj>
              </mc:Choice>
              <mc:Fallback>
                <p:oleObj name="think-cell Slide" r:id="rId33" imgW="425" imgH="425" progId="TCLayout.ActiveDocument.1">
                  <p:embed/>
                  <p:pic>
                    <p:nvPicPr>
                      <p:cNvPr id="10" name="think-cell data - do not delete" hidden="1">
                        <a:extLst>
                          <a:ext uri="{FF2B5EF4-FFF2-40B4-BE49-F238E27FC236}">
                            <a16:creationId xmlns:a16="http://schemas.microsoft.com/office/drawing/2014/main" id="{D77ABDCD-4D23-CE5A-BA42-F26226A48D7E}"/>
                          </a:ext>
                        </a:extLst>
                      </p:cNvPr>
                      <p:cNvPicPr/>
                      <p:nvPr/>
                    </p:nvPicPr>
                    <p:blipFill>
                      <a:blip r:embed="rId3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a:xfrm>
            <a:off x="457200" y="384048"/>
            <a:ext cx="11277600" cy="758952"/>
          </a:xfrm>
          <a:prstGeom prst="rect">
            <a:avLst/>
          </a:prstGeom>
        </p:spPr>
        <p:txBody>
          <a:bodyPr vert="horz" lIns="0" tIns="0" rIns="0" bIns="0" rtlCol="0" anchorCtr="0">
            <a:noAutofit/>
          </a:bodyPr>
          <a:lstStyle/>
          <a:p>
            <a:r>
              <a:rPr lang="en-IN"/>
              <a:t>Click to edit Master title style</a:t>
            </a:r>
          </a:p>
        </p:txBody>
      </p:sp>
      <p:sp>
        <p:nvSpPr>
          <p:cNvPr id="3" name="BodyText"/>
          <p:cNvSpPr>
            <a:spLocks noGrp="1"/>
          </p:cNvSpPr>
          <p:nvPr>
            <p:ph type="body" idx="1"/>
          </p:nvPr>
        </p:nvSpPr>
        <p:spPr>
          <a:xfrm>
            <a:off x="457200" y="1399032"/>
            <a:ext cx="11277600" cy="5001768"/>
          </a:xfrm>
          <a:prstGeom prst="rect">
            <a:avLst/>
          </a:prstGeom>
        </p:spPr>
        <p:txBody>
          <a:bodyPr vert="horz" lIns="0" tIns="0" rIns="0" bIns="0" rtlCol="0">
            <a:noAutofit/>
          </a:body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4" name="Date Placeholder" hidden="1"/>
          <p:cNvSpPr>
            <a:spLocks noGrp="1"/>
          </p:cNvSpPr>
          <p:nvPr>
            <p:ph type="dt" sz="half" idx="2"/>
          </p:nvPr>
        </p:nvSpPr>
        <p:spPr>
          <a:xfrm>
            <a:off x="580573" y="6864350"/>
            <a:ext cx="399143" cy="98425"/>
          </a:xfrm>
          <a:prstGeom prst="rect">
            <a:avLst/>
          </a:prstGeom>
        </p:spPr>
        <p:txBody>
          <a:bodyPr vert="horz" lIns="0" tIns="0" rIns="0" bIns="0" rtlCol="0" anchor="ctr"/>
          <a:lstStyle>
            <a:lvl1pPr algn="l" rtl="0">
              <a:defRPr sz="300">
                <a:solidFill>
                  <a:schemeClr val="tx1"/>
                </a:solidFill>
              </a:defRPr>
            </a:lvl1pPr>
          </a:lstStyle>
          <a:p>
            <a:fld id="{7ECE2914-4E17-487A-A4E5-C87617449E51}" type="datetimeFigureOut">
              <a:rPr lang="en-IN" smtClean="0"/>
              <a:pPr/>
              <a:t>30-05-2026</a:t>
            </a:fld>
            <a:endParaRPr lang="en-IN"/>
          </a:p>
        </p:txBody>
      </p:sp>
      <p:sp>
        <p:nvSpPr>
          <p:cNvPr id="5" name="Footer Placeholder" hidden="1"/>
          <p:cNvSpPr>
            <a:spLocks noGrp="1"/>
          </p:cNvSpPr>
          <p:nvPr>
            <p:ph type="ftr" sz="quarter" idx="3"/>
          </p:nvPr>
        </p:nvSpPr>
        <p:spPr>
          <a:xfrm>
            <a:off x="979714" y="6864350"/>
            <a:ext cx="677333" cy="98425"/>
          </a:xfrm>
          <a:prstGeom prst="rect">
            <a:avLst/>
          </a:prstGeom>
        </p:spPr>
        <p:txBody>
          <a:bodyPr vert="horz" lIns="0" tIns="0" rIns="0" bIns="0" rtlCol="0" anchor="ctr"/>
          <a:lstStyle>
            <a:lvl1pPr algn="ctr" rtl="0">
              <a:defRPr sz="300">
                <a:solidFill>
                  <a:schemeClr val="tx1"/>
                </a:solidFill>
              </a:defRPr>
            </a:lvl1pPr>
          </a:lstStyle>
          <a:p>
            <a:endParaRPr lang="en-IN"/>
          </a:p>
        </p:txBody>
      </p:sp>
      <p:sp>
        <p:nvSpPr>
          <p:cNvPr id="6" name="Slide Number Placeholder" hidden="1"/>
          <p:cNvSpPr>
            <a:spLocks noGrp="1"/>
          </p:cNvSpPr>
          <p:nvPr>
            <p:ph type="sldNum" sz="quarter" idx="4"/>
          </p:nvPr>
        </p:nvSpPr>
        <p:spPr>
          <a:xfrm>
            <a:off x="1657048" y="6864350"/>
            <a:ext cx="193524" cy="98425"/>
          </a:xfrm>
          <a:prstGeom prst="rect">
            <a:avLst/>
          </a:prstGeom>
        </p:spPr>
        <p:txBody>
          <a:bodyPr vert="horz" lIns="0" tIns="0" rIns="0" bIns="0" rtlCol="0" anchor="ctr"/>
          <a:lstStyle>
            <a:lvl1pPr algn="r" rtl="0">
              <a:defRPr sz="300">
                <a:solidFill>
                  <a:schemeClr val="tx1"/>
                </a:solidFill>
              </a:defRPr>
            </a:lvl1pPr>
          </a:lstStyle>
          <a:p>
            <a:fld id="{8F63CC74-D785-4C96-8C6E-EB177D1B9A1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90" r:id="rId2"/>
    <p:sldLayoutId id="2147483650" r:id="rId3"/>
    <p:sldLayoutId id="2147483654" r:id="rId4"/>
    <p:sldLayoutId id="2147483657" r:id="rId5"/>
    <p:sldLayoutId id="2147483659" r:id="rId6"/>
    <p:sldLayoutId id="2147483689" r:id="rId7"/>
    <p:sldLayoutId id="2147483683" r:id="rId8"/>
    <p:sldLayoutId id="2147483651" r:id="rId9"/>
    <p:sldLayoutId id="2147483652" r:id="rId10"/>
    <p:sldLayoutId id="2147483660" r:id="rId11"/>
    <p:sldLayoutId id="2147483653" r:id="rId12"/>
    <p:sldLayoutId id="2147483658" r:id="rId13"/>
    <p:sldLayoutId id="2147483667" r:id="rId14"/>
    <p:sldLayoutId id="2147483668" r:id="rId15"/>
    <p:sldLayoutId id="2147483665" r:id="rId16"/>
    <p:sldLayoutId id="2147483666" r:id="rId17"/>
    <p:sldLayoutId id="2147483664" r:id="rId18"/>
    <p:sldLayoutId id="2147483686" r:id="rId19"/>
    <p:sldLayoutId id="2147483687" r:id="rId20"/>
    <p:sldLayoutId id="2147483661" r:id="rId21"/>
    <p:sldLayoutId id="2147483672" r:id="rId22"/>
    <p:sldLayoutId id="2147483682" r:id="rId23"/>
    <p:sldLayoutId id="2147483684" r:id="rId24"/>
    <p:sldLayoutId id="2147483670" r:id="rId25"/>
    <p:sldLayoutId id="2147483674" r:id="rId26"/>
    <p:sldLayoutId id="2147483675" r:id="rId27"/>
    <p:sldLayoutId id="2147483655" r:id="rId28"/>
    <p:sldLayoutId id="2147483656" r:id="rId29"/>
    <p:sldLayoutId id="2147483691" r:id="rId30"/>
  </p:sldLayoutIdLst>
  <p:txStyles>
    <p:titleStyle>
      <a:lvl1pPr algn="l" defTabSz="914370" rtl="0" eaLnBrk="1" latinLnBrk="0" hangingPunct="1">
        <a:lnSpc>
          <a:spcPct val="90000"/>
        </a:lnSpc>
        <a:spcBef>
          <a:spcPct val="0"/>
        </a:spcBef>
        <a:buNone/>
        <a:defRPr sz="2600" b="1" kern="0" cap="all" baseline="0">
          <a:solidFill>
            <a:schemeClr val="tx1"/>
          </a:solidFill>
          <a:latin typeface="+mj-lt"/>
          <a:ea typeface="+mj-ea"/>
          <a:cs typeface="+mj-cs"/>
        </a:defRPr>
      </a:lvl1pPr>
    </p:titleStyle>
    <p:bodyStyle>
      <a:lvl1pPr marL="179994" indent="-179994" algn="l" defTabSz="91437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59988"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39982"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1997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899971"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79965"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59959"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39953"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1994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p:bodyStyle>
    <p:otherStyle>
      <a:defPPr/>
      <a:lvl1pPr marL="0" algn="l" defTabSz="914370" rtl="0" eaLnBrk="1" latinLnBrk="0" hangingPunct="1">
        <a:defRPr sz="1200" kern="0">
          <a:solidFill>
            <a:schemeClr val="tx1"/>
          </a:solidFill>
          <a:latin typeface="+mn-lt"/>
          <a:ea typeface="+mn-ea"/>
          <a:cs typeface="+mn-cs"/>
        </a:defRPr>
      </a:lvl1pPr>
      <a:lvl2pPr marL="179994" algn="l" defTabSz="914370" rtl="0" eaLnBrk="1" latinLnBrk="0" hangingPunct="1">
        <a:defRPr sz="1200" kern="0">
          <a:solidFill>
            <a:schemeClr val="tx1"/>
          </a:solidFill>
          <a:latin typeface="+mn-lt"/>
          <a:ea typeface="+mn-ea"/>
          <a:cs typeface="+mn-cs"/>
        </a:defRPr>
      </a:lvl2pPr>
      <a:lvl3pPr marL="359988" algn="l" defTabSz="914370" rtl="0" eaLnBrk="1" latinLnBrk="0" hangingPunct="1">
        <a:defRPr sz="1200" kern="0">
          <a:solidFill>
            <a:schemeClr val="tx1"/>
          </a:solidFill>
          <a:latin typeface="+mn-lt"/>
          <a:ea typeface="+mn-ea"/>
          <a:cs typeface="+mn-cs"/>
        </a:defRPr>
      </a:lvl3pPr>
      <a:lvl4pPr marL="539982" algn="l" defTabSz="914370" rtl="0" eaLnBrk="1" latinLnBrk="0" hangingPunct="1">
        <a:defRPr sz="1200" kern="0">
          <a:solidFill>
            <a:schemeClr val="tx1"/>
          </a:solidFill>
          <a:latin typeface="+mn-lt"/>
          <a:ea typeface="+mn-ea"/>
          <a:cs typeface="+mn-cs"/>
        </a:defRPr>
      </a:lvl4pPr>
      <a:lvl5pPr marL="719977" algn="l" defTabSz="914370" rtl="0" eaLnBrk="1" latinLnBrk="0" hangingPunct="1">
        <a:defRPr sz="1200" kern="0">
          <a:solidFill>
            <a:schemeClr val="tx1"/>
          </a:solidFill>
          <a:latin typeface="+mn-lt"/>
          <a:ea typeface="+mn-ea"/>
          <a:cs typeface="+mn-cs"/>
        </a:defRPr>
      </a:lvl5pPr>
      <a:lvl6pPr marL="899971" algn="l" defTabSz="914370" rtl="0" eaLnBrk="1" latinLnBrk="0" hangingPunct="1">
        <a:defRPr sz="1200" kern="0">
          <a:solidFill>
            <a:schemeClr val="tx1"/>
          </a:solidFill>
          <a:latin typeface="+mn-lt"/>
          <a:ea typeface="+mn-ea"/>
          <a:cs typeface="+mn-cs"/>
        </a:defRPr>
      </a:lvl6pPr>
      <a:lvl7pPr marL="1079965" algn="l" defTabSz="914370" rtl="0" eaLnBrk="1" latinLnBrk="0" hangingPunct="1">
        <a:defRPr sz="1200" kern="0">
          <a:solidFill>
            <a:schemeClr val="tx1"/>
          </a:solidFill>
          <a:latin typeface="+mn-lt"/>
          <a:ea typeface="+mn-ea"/>
          <a:cs typeface="+mn-cs"/>
        </a:defRPr>
      </a:lvl7pPr>
      <a:lvl8pPr marL="1259959" algn="l" defTabSz="914370" rtl="0" eaLnBrk="1" latinLnBrk="0" hangingPunct="1">
        <a:defRPr sz="1200" kern="0">
          <a:solidFill>
            <a:schemeClr val="tx1"/>
          </a:solidFill>
          <a:latin typeface="+mn-lt"/>
          <a:ea typeface="+mn-ea"/>
          <a:cs typeface="+mn-cs"/>
        </a:defRPr>
      </a:lvl8pPr>
      <a:lvl9pPr marL="1439953" algn="l" defTabSz="914370" rtl="0" eaLnBrk="1" latinLnBrk="0" hangingPunct="1">
        <a:defRPr sz="1200" kern="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userDrawn="1">
          <p15:clr>
            <a:srgbClr val="F26B43"/>
          </p15:clr>
        </p15:guide>
        <p15:guide id="3" pos="288" userDrawn="1">
          <p15:clr>
            <a:srgbClr val="F26B43"/>
          </p15:clr>
        </p15:guide>
        <p15:guide id="4" pos="7392" userDrawn="1">
          <p15:clr>
            <a:srgbClr val="F26B43"/>
          </p15:clr>
        </p15:guide>
        <p15:guide id="6"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4.xml"/><Relationship Id="rId1" Type="http://schemas.openxmlformats.org/officeDocument/2006/relationships/tags" Target="../tags/tag29.xml"/><Relationship Id="rId6" Type="http://schemas.openxmlformats.org/officeDocument/2006/relationships/image" Target="../media/image7.svg"/><Relationship Id="rId5" Type="http://schemas.openxmlformats.org/officeDocument/2006/relationships/image" Target="../media/image6.emf"/><Relationship Id="rId4" Type="http://schemas.openxmlformats.org/officeDocument/2006/relationships/oleObject" Target="../embeddings/oleObject2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A182D-04CD-3CBD-2F9B-43BAE760936E}"/>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445E2C5-B8AF-24CA-8C95-2FCE73E0E6B2}"/>
              </a:ext>
            </a:extLst>
          </p:cNvPr>
          <p:cNvGraphicFramePr>
            <a:graphicFrameLocks noChangeAspect="1"/>
          </p:cNvGraphicFramePr>
          <p:nvPr>
            <p:custDataLst>
              <p:tags r:id="rId1"/>
            </p:custDataLst>
            <p:extLst>
              <p:ext uri="{D42A27DB-BD31-4B8C-83A1-F6EECF244321}">
                <p14:modId xmlns:p14="http://schemas.microsoft.com/office/powerpoint/2010/main" val="21618016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12" imgH="514" progId="TCLayout.ActiveDocument.1">
                  <p:embed/>
                </p:oleObj>
              </mc:Choice>
              <mc:Fallback>
                <p:oleObj name="think-cell Slide" r:id="rId4" imgW="512" imgH="514" progId="TCLayout.ActiveDocument.1">
                  <p:embed/>
                  <p:pic>
                    <p:nvPicPr>
                      <p:cNvPr id="4" name="think-cell data - do not delete" hidden="1">
                        <a:extLst>
                          <a:ext uri="{FF2B5EF4-FFF2-40B4-BE49-F238E27FC236}">
                            <a16:creationId xmlns:a16="http://schemas.microsoft.com/office/drawing/2014/main" id="{D445E2C5-B8AF-24CA-8C95-2FCE73E0E6B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0E07ED6-F295-ED42-F071-D6B530C299E0}"/>
              </a:ext>
            </a:extLst>
          </p:cNvPr>
          <p:cNvSpPr>
            <a:spLocks noGrp="1"/>
          </p:cNvSpPr>
          <p:nvPr>
            <p:ph type="title"/>
          </p:nvPr>
        </p:nvSpPr>
        <p:spPr/>
        <p:txBody>
          <a:bodyPr vert="horz"/>
          <a:lstStyle/>
          <a:p>
            <a:r>
              <a:rPr lang="en-IN" dirty="0"/>
              <a:t>Weekly Progress Update: We have generated ideas worth 8.6 Cr and have progressed towards implementation stage of 0.7 Cr worth ideas</a:t>
            </a:r>
            <a:br>
              <a:rPr lang="en-IN" dirty="0"/>
            </a:br>
            <a:r>
              <a:rPr lang="en-IN" sz="1200" i="1" dirty="0"/>
              <a:t>All values in INR Cr</a:t>
            </a:r>
            <a:endParaRPr lang="en-IN" i="1" dirty="0"/>
          </a:p>
        </p:txBody>
      </p:sp>
      <p:sp>
        <p:nvSpPr>
          <p:cNvPr id="100" name="Rectangle 99">
            <a:extLst>
              <a:ext uri="{FF2B5EF4-FFF2-40B4-BE49-F238E27FC236}">
                <a16:creationId xmlns:a16="http://schemas.microsoft.com/office/drawing/2014/main" id="{FE51E2E0-FC85-512A-B95C-687469187402}"/>
              </a:ext>
            </a:extLst>
          </p:cNvPr>
          <p:cNvSpPr/>
          <p:nvPr/>
        </p:nvSpPr>
        <p:spPr>
          <a:xfrm>
            <a:off x="457200" y="3285592"/>
            <a:ext cx="1563189" cy="316452"/>
          </a:xfrm>
          <a:prstGeom prst="rect">
            <a:avLst/>
          </a:prstGeom>
          <a:solidFill>
            <a:schemeClr val="accent1"/>
          </a:solidFill>
          <a:ln w="9525">
            <a:solidFill>
              <a:srgbClr val="8246AF"/>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Total</a:t>
            </a:r>
          </a:p>
        </p:txBody>
      </p:sp>
      <p:sp>
        <p:nvSpPr>
          <p:cNvPr id="103" name="Rectangle: Rounded Corners 102">
            <a:extLst>
              <a:ext uri="{FF2B5EF4-FFF2-40B4-BE49-F238E27FC236}">
                <a16:creationId xmlns:a16="http://schemas.microsoft.com/office/drawing/2014/main" id="{A872F794-F040-DE89-6E93-152F5763E94E}"/>
              </a:ext>
            </a:extLst>
          </p:cNvPr>
          <p:cNvSpPr>
            <a:spLocks/>
          </p:cNvSpPr>
          <p:nvPr/>
        </p:nvSpPr>
        <p:spPr>
          <a:xfrm>
            <a:off x="2105009" y="3298562"/>
            <a:ext cx="1079563"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127</a:t>
            </a:r>
          </a:p>
        </p:txBody>
      </p:sp>
      <p:sp>
        <p:nvSpPr>
          <p:cNvPr id="109" name="Rectangle: Rounded Corners 108">
            <a:extLst>
              <a:ext uri="{FF2B5EF4-FFF2-40B4-BE49-F238E27FC236}">
                <a16:creationId xmlns:a16="http://schemas.microsoft.com/office/drawing/2014/main" id="{79C2B454-02D0-64E7-DFE3-4131B55CCC46}"/>
              </a:ext>
            </a:extLst>
          </p:cNvPr>
          <p:cNvSpPr>
            <a:spLocks/>
          </p:cNvSpPr>
          <p:nvPr/>
        </p:nvSpPr>
        <p:spPr>
          <a:xfrm>
            <a:off x="3268792" y="3298562"/>
            <a:ext cx="1480573"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8.6 </a:t>
            </a:r>
          </a:p>
        </p:txBody>
      </p:sp>
      <p:sp>
        <p:nvSpPr>
          <p:cNvPr id="111" name="Rectangle 110">
            <a:extLst>
              <a:ext uri="{FF2B5EF4-FFF2-40B4-BE49-F238E27FC236}">
                <a16:creationId xmlns:a16="http://schemas.microsoft.com/office/drawing/2014/main" id="{AE64B27F-1897-38E8-0319-FB68F4EB63CC}"/>
              </a:ext>
            </a:extLst>
          </p:cNvPr>
          <p:cNvSpPr/>
          <p:nvPr/>
        </p:nvSpPr>
        <p:spPr>
          <a:xfrm>
            <a:off x="457200" y="1474254"/>
            <a:ext cx="1563188"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a:solidFill>
                  <a:schemeClr val="bg2"/>
                </a:solidFill>
                <a:latin typeface="+mj-lt"/>
              </a:rPr>
              <a:t>AREA</a:t>
            </a:r>
          </a:p>
        </p:txBody>
      </p:sp>
      <p:sp>
        <p:nvSpPr>
          <p:cNvPr id="113" name="Rectangle 112">
            <a:extLst>
              <a:ext uri="{FF2B5EF4-FFF2-40B4-BE49-F238E27FC236}">
                <a16:creationId xmlns:a16="http://schemas.microsoft.com/office/drawing/2014/main" id="{B850E381-41FC-4BED-6A86-400510D0E4EE}"/>
              </a:ext>
            </a:extLst>
          </p:cNvPr>
          <p:cNvSpPr/>
          <p:nvPr/>
        </p:nvSpPr>
        <p:spPr>
          <a:xfrm>
            <a:off x="2105009" y="1474254"/>
            <a:ext cx="1079563"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Total spend </a:t>
            </a:r>
            <a:r>
              <a:rPr lang="en-GB" sz="1100" kern="0" dirty="0">
                <a:solidFill>
                  <a:schemeClr val="bg2"/>
                </a:solidFill>
                <a:latin typeface="+mj-lt"/>
              </a:rPr>
              <a:t>FY26, Actual</a:t>
            </a:r>
            <a:endParaRPr lang="en-GB" sz="1400" kern="0" dirty="0">
              <a:solidFill>
                <a:schemeClr val="bg2"/>
              </a:solidFill>
              <a:latin typeface="+mj-lt"/>
            </a:endParaRPr>
          </a:p>
        </p:txBody>
      </p:sp>
      <p:sp>
        <p:nvSpPr>
          <p:cNvPr id="119" name="Rectangle 118">
            <a:extLst>
              <a:ext uri="{FF2B5EF4-FFF2-40B4-BE49-F238E27FC236}">
                <a16:creationId xmlns:a16="http://schemas.microsoft.com/office/drawing/2014/main" id="{D68DE88A-295B-2F00-E715-DB144092FF9D}"/>
              </a:ext>
            </a:extLst>
          </p:cNvPr>
          <p:cNvSpPr/>
          <p:nvPr/>
        </p:nvSpPr>
        <p:spPr>
          <a:xfrm>
            <a:off x="3268792" y="1474254"/>
            <a:ext cx="1480573"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Ideas generated,</a:t>
            </a:r>
          </a:p>
          <a:p>
            <a:pPr algn="ctr"/>
            <a:r>
              <a:rPr lang="en-GB" sz="1100" kern="0" dirty="0">
                <a:solidFill>
                  <a:schemeClr val="bg2"/>
                </a:solidFill>
                <a:latin typeface="+mj-lt"/>
              </a:rPr>
              <a:t>INR Cr</a:t>
            </a:r>
          </a:p>
        </p:txBody>
      </p:sp>
      <p:cxnSp>
        <p:nvCxnSpPr>
          <p:cNvPr id="120" name="Straight Connector 119">
            <a:extLst>
              <a:ext uri="{FF2B5EF4-FFF2-40B4-BE49-F238E27FC236}">
                <a16:creationId xmlns:a16="http://schemas.microsoft.com/office/drawing/2014/main" id="{EE184EE6-A2B0-C098-7C16-ADD47ABE4E5D}"/>
              </a:ext>
            </a:extLst>
          </p:cNvPr>
          <p:cNvCxnSpPr>
            <a:cxnSpLocks/>
          </p:cNvCxnSpPr>
          <p:nvPr/>
        </p:nvCxnSpPr>
        <p:spPr>
          <a:xfrm>
            <a:off x="457200" y="2614079"/>
            <a:ext cx="11285959" cy="0"/>
          </a:xfrm>
          <a:prstGeom prst="line">
            <a:avLst/>
          </a:prstGeom>
          <a:ln w="9525">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1" name="Rectangle 120">
            <a:extLst>
              <a:ext uri="{FF2B5EF4-FFF2-40B4-BE49-F238E27FC236}">
                <a16:creationId xmlns:a16="http://schemas.microsoft.com/office/drawing/2014/main" id="{82FDD514-471A-A175-DF98-35FEE1CAF64E}"/>
              </a:ext>
            </a:extLst>
          </p:cNvPr>
          <p:cNvSpPr/>
          <p:nvPr/>
        </p:nvSpPr>
        <p:spPr>
          <a:xfrm>
            <a:off x="457200" y="2077504"/>
            <a:ext cx="1563188" cy="457200"/>
          </a:xfrm>
          <a:prstGeom prst="rect">
            <a:avLst/>
          </a:prstGeom>
          <a:solidFill>
            <a:schemeClr val="accent2"/>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Pharmacy</a:t>
            </a:r>
          </a:p>
        </p:txBody>
      </p:sp>
      <p:pic>
        <p:nvPicPr>
          <p:cNvPr id="122" name="ico-medicine">
            <a:extLst>
              <a:ext uri="{FF2B5EF4-FFF2-40B4-BE49-F238E27FC236}">
                <a16:creationId xmlns:a16="http://schemas.microsoft.com/office/drawing/2014/main" id="{98D36005-18A5-D9E3-0D78-EB977E6B9F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8398" y="2169579"/>
            <a:ext cx="274638" cy="274638"/>
          </a:xfrm>
          <a:prstGeom prst="rect">
            <a:avLst/>
          </a:prstGeom>
        </p:spPr>
      </p:pic>
      <p:sp>
        <p:nvSpPr>
          <p:cNvPr id="124" name="Rectangle: Rounded Corners 123">
            <a:extLst>
              <a:ext uri="{FF2B5EF4-FFF2-40B4-BE49-F238E27FC236}">
                <a16:creationId xmlns:a16="http://schemas.microsoft.com/office/drawing/2014/main" id="{B669961E-4362-A51F-7E16-A8F9C42A1AB5}"/>
              </a:ext>
            </a:extLst>
          </p:cNvPr>
          <p:cNvSpPr>
            <a:spLocks/>
          </p:cNvSpPr>
          <p:nvPr/>
        </p:nvSpPr>
        <p:spPr>
          <a:xfrm>
            <a:off x="2105009" y="2161642"/>
            <a:ext cx="1079563"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64</a:t>
            </a:r>
          </a:p>
        </p:txBody>
      </p:sp>
      <p:sp>
        <p:nvSpPr>
          <p:cNvPr id="128" name="Rectangle: Rounded Corners 127">
            <a:extLst>
              <a:ext uri="{FF2B5EF4-FFF2-40B4-BE49-F238E27FC236}">
                <a16:creationId xmlns:a16="http://schemas.microsoft.com/office/drawing/2014/main" id="{468AC3EC-6917-DAAB-C7ED-F093B9CE094E}"/>
              </a:ext>
            </a:extLst>
          </p:cNvPr>
          <p:cNvSpPr>
            <a:spLocks/>
          </p:cNvSpPr>
          <p:nvPr/>
        </p:nvSpPr>
        <p:spPr>
          <a:xfrm>
            <a:off x="3268792" y="2161642"/>
            <a:ext cx="1480573"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7.7 </a:t>
            </a:r>
          </a:p>
        </p:txBody>
      </p:sp>
      <p:sp>
        <p:nvSpPr>
          <p:cNvPr id="130" name="Rectangle 129">
            <a:extLst>
              <a:ext uri="{FF2B5EF4-FFF2-40B4-BE49-F238E27FC236}">
                <a16:creationId xmlns:a16="http://schemas.microsoft.com/office/drawing/2014/main" id="{DBAA2009-4115-1997-A021-89B2C6329B9D}"/>
              </a:ext>
            </a:extLst>
          </p:cNvPr>
          <p:cNvSpPr/>
          <p:nvPr/>
        </p:nvSpPr>
        <p:spPr>
          <a:xfrm>
            <a:off x="457200" y="2675992"/>
            <a:ext cx="1563189" cy="457200"/>
          </a:xfrm>
          <a:prstGeom prst="rect">
            <a:avLst/>
          </a:prstGeom>
          <a:solidFill>
            <a:srgbClr val="8246AF"/>
          </a:solidFill>
          <a:ln w="9525">
            <a:solidFill>
              <a:srgbClr val="8246AF"/>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Consumables &amp; implants</a:t>
            </a:r>
          </a:p>
        </p:txBody>
      </p:sp>
      <p:pic>
        <p:nvPicPr>
          <p:cNvPr id="131" name="ico-dose">
            <a:extLst>
              <a:ext uri="{FF2B5EF4-FFF2-40B4-BE49-F238E27FC236}">
                <a16:creationId xmlns:a16="http://schemas.microsoft.com/office/drawing/2014/main" id="{0ED71413-3925-842D-07EA-E5FCF322A6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8398" y="2879192"/>
            <a:ext cx="249238" cy="249238"/>
          </a:xfrm>
          <a:prstGeom prst="rect">
            <a:avLst/>
          </a:prstGeom>
        </p:spPr>
      </p:pic>
      <p:sp>
        <p:nvSpPr>
          <p:cNvPr id="133" name="Rectangle: Rounded Corners 132">
            <a:extLst>
              <a:ext uri="{FF2B5EF4-FFF2-40B4-BE49-F238E27FC236}">
                <a16:creationId xmlns:a16="http://schemas.microsoft.com/office/drawing/2014/main" id="{608F7AD4-AE50-E7E1-7DF8-2D22EDDADABD}"/>
              </a:ext>
            </a:extLst>
          </p:cNvPr>
          <p:cNvSpPr>
            <a:spLocks/>
          </p:cNvSpPr>
          <p:nvPr/>
        </p:nvSpPr>
        <p:spPr>
          <a:xfrm>
            <a:off x="2105009" y="2758542"/>
            <a:ext cx="1079563"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63</a:t>
            </a:r>
          </a:p>
        </p:txBody>
      </p:sp>
      <p:sp>
        <p:nvSpPr>
          <p:cNvPr id="137" name="Rectangle: Rounded Corners 136">
            <a:extLst>
              <a:ext uri="{FF2B5EF4-FFF2-40B4-BE49-F238E27FC236}">
                <a16:creationId xmlns:a16="http://schemas.microsoft.com/office/drawing/2014/main" id="{DBE3BD20-F586-F262-25F9-0CB5E7A0ECF2}"/>
              </a:ext>
            </a:extLst>
          </p:cNvPr>
          <p:cNvSpPr>
            <a:spLocks/>
          </p:cNvSpPr>
          <p:nvPr/>
        </p:nvSpPr>
        <p:spPr>
          <a:xfrm>
            <a:off x="3268792" y="2758542"/>
            <a:ext cx="1480573"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0.8 </a:t>
            </a:r>
          </a:p>
        </p:txBody>
      </p:sp>
      <p:sp>
        <p:nvSpPr>
          <p:cNvPr id="144" name="Rectangle 143">
            <a:extLst>
              <a:ext uri="{FF2B5EF4-FFF2-40B4-BE49-F238E27FC236}">
                <a16:creationId xmlns:a16="http://schemas.microsoft.com/office/drawing/2014/main" id="{B3D0ED78-5FFC-1C22-29A7-067161646081}"/>
              </a:ext>
            </a:extLst>
          </p:cNvPr>
          <p:cNvSpPr/>
          <p:nvPr/>
        </p:nvSpPr>
        <p:spPr>
          <a:xfrm>
            <a:off x="6588303" y="1474254"/>
            <a:ext cx="5182851" cy="211676"/>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Idea split by Key Levers / Enablers</a:t>
            </a:r>
          </a:p>
        </p:txBody>
      </p:sp>
      <p:sp>
        <p:nvSpPr>
          <p:cNvPr id="145" name="Rectangle 144">
            <a:extLst>
              <a:ext uri="{FF2B5EF4-FFF2-40B4-BE49-F238E27FC236}">
                <a16:creationId xmlns:a16="http://schemas.microsoft.com/office/drawing/2014/main" id="{39FF6D1B-A26C-F1CD-7F53-E4B8C88E5794}"/>
              </a:ext>
            </a:extLst>
          </p:cNvPr>
          <p:cNvSpPr/>
          <p:nvPr/>
        </p:nvSpPr>
        <p:spPr>
          <a:xfrm>
            <a:off x="6598094" y="1732054"/>
            <a:ext cx="1005840" cy="274320"/>
          </a:xfrm>
          <a:prstGeom prst="rect">
            <a:avLst/>
          </a:prstGeom>
          <a:solidFill>
            <a:schemeClr val="accent2">
              <a:lumMod val="20000"/>
              <a:lumOff val="8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000" i="1" kern="0" dirty="0">
                <a:solidFill>
                  <a:schemeClr val="tx1"/>
                </a:solidFill>
              </a:rPr>
              <a:t>Negotiations</a:t>
            </a:r>
          </a:p>
        </p:txBody>
      </p:sp>
      <p:sp>
        <p:nvSpPr>
          <p:cNvPr id="146" name="Rectangle 145">
            <a:extLst>
              <a:ext uri="{FF2B5EF4-FFF2-40B4-BE49-F238E27FC236}">
                <a16:creationId xmlns:a16="http://schemas.microsoft.com/office/drawing/2014/main" id="{147B7BAA-524D-7AE8-3DDE-6E68F2A69703}"/>
              </a:ext>
            </a:extLst>
          </p:cNvPr>
          <p:cNvSpPr/>
          <p:nvPr/>
        </p:nvSpPr>
        <p:spPr>
          <a:xfrm>
            <a:off x="7639899" y="1732054"/>
            <a:ext cx="1005840" cy="274320"/>
          </a:xfrm>
          <a:prstGeom prst="rect">
            <a:avLst/>
          </a:prstGeom>
          <a:solidFill>
            <a:schemeClr val="accent2">
              <a:lumMod val="40000"/>
              <a:lumOff val="6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000" kern="0" dirty="0">
                <a:solidFill>
                  <a:schemeClr val="tx1"/>
                </a:solidFill>
              </a:rPr>
              <a:t>Substitutions</a:t>
            </a:r>
          </a:p>
        </p:txBody>
      </p:sp>
      <p:sp>
        <p:nvSpPr>
          <p:cNvPr id="148" name="Rectangle 147">
            <a:extLst>
              <a:ext uri="{FF2B5EF4-FFF2-40B4-BE49-F238E27FC236}">
                <a16:creationId xmlns:a16="http://schemas.microsoft.com/office/drawing/2014/main" id="{DE091C1D-E267-CA59-4030-7FE26A5B0465}"/>
              </a:ext>
            </a:extLst>
          </p:cNvPr>
          <p:cNvSpPr/>
          <p:nvPr/>
        </p:nvSpPr>
        <p:spPr>
          <a:xfrm>
            <a:off x="8681704" y="1732054"/>
            <a:ext cx="1005840" cy="274320"/>
          </a:xfrm>
          <a:prstGeom prst="rect">
            <a:avLst/>
          </a:prstGeom>
          <a:solidFill>
            <a:schemeClr val="accent2">
              <a:lumMod val="75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000" kern="0" dirty="0">
                <a:solidFill>
                  <a:schemeClr val="bg1"/>
                </a:solidFill>
              </a:rPr>
              <a:t>Volume consol</a:t>
            </a:r>
          </a:p>
        </p:txBody>
      </p:sp>
      <p:sp>
        <p:nvSpPr>
          <p:cNvPr id="149" name="Rectangle 148">
            <a:extLst>
              <a:ext uri="{FF2B5EF4-FFF2-40B4-BE49-F238E27FC236}">
                <a16:creationId xmlns:a16="http://schemas.microsoft.com/office/drawing/2014/main" id="{0A33ACAA-42B9-4668-5B59-E18986C1302A}"/>
              </a:ext>
            </a:extLst>
          </p:cNvPr>
          <p:cNvSpPr/>
          <p:nvPr/>
        </p:nvSpPr>
        <p:spPr>
          <a:xfrm>
            <a:off x="9723509" y="1728747"/>
            <a:ext cx="1005840" cy="274320"/>
          </a:xfrm>
          <a:prstGeom prst="rect">
            <a:avLst/>
          </a:prstGeom>
          <a:solidFill>
            <a:schemeClr val="accent2">
              <a:lumMod val="5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000" kern="0" dirty="0">
                <a:solidFill>
                  <a:schemeClr val="bg1"/>
                </a:solidFill>
              </a:rPr>
              <a:t>Pricing</a:t>
            </a:r>
          </a:p>
        </p:txBody>
      </p:sp>
      <p:sp>
        <p:nvSpPr>
          <p:cNvPr id="150" name="Rectangle 149">
            <a:extLst>
              <a:ext uri="{FF2B5EF4-FFF2-40B4-BE49-F238E27FC236}">
                <a16:creationId xmlns:a16="http://schemas.microsoft.com/office/drawing/2014/main" id="{A6661D31-82B7-90E2-C549-A433E5D1754D}"/>
              </a:ext>
            </a:extLst>
          </p:cNvPr>
          <p:cNvSpPr/>
          <p:nvPr/>
        </p:nvSpPr>
        <p:spPr>
          <a:xfrm>
            <a:off x="10765314" y="1728747"/>
            <a:ext cx="1005840" cy="274320"/>
          </a:xfrm>
          <a:prstGeom prst="rect">
            <a:avLst/>
          </a:prstGeom>
          <a:solidFill>
            <a:schemeClr val="accent1">
              <a:lumMod val="60000"/>
              <a:lumOff val="4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000" kern="0" dirty="0">
                <a:solidFill>
                  <a:schemeClr val="bg1"/>
                </a:solidFill>
              </a:rPr>
              <a:t>Others</a:t>
            </a:r>
          </a:p>
        </p:txBody>
      </p:sp>
      <p:cxnSp>
        <p:nvCxnSpPr>
          <p:cNvPr id="17" name="Straight Connector 16">
            <a:extLst>
              <a:ext uri="{FF2B5EF4-FFF2-40B4-BE49-F238E27FC236}">
                <a16:creationId xmlns:a16="http://schemas.microsoft.com/office/drawing/2014/main" id="{F95ADFD0-0C94-B639-E12C-2F7EB03BB091}"/>
              </a:ext>
            </a:extLst>
          </p:cNvPr>
          <p:cNvCxnSpPr/>
          <p:nvPr/>
        </p:nvCxnSpPr>
        <p:spPr>
          <a:xfrm>
            <a:off x="457200" y="3826934"/>
            <a:ext cx="11313954"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CED4DB84-D3CC-5B46-8020-CC4B80839C33}"/>
              </a:ext>
            </a:extLst>
          </p:cNvPr>
          <p:cNvSpPr/>
          <p:nvPr/>
        </p:nvSpPr>
        <p:spPr>
          <a:xfrm>
            <a:off x="440240" y="3920068"/>
            <a:ext cx="11326223" cy="306366"/>
          </a:xfrm>
          <a:prstGeom prst="rect">
            <a:avLst/>
          </a:prstGeom>
          <a:solidFill>
            <a:schemeClr val="accent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1"/>
                </a:solidFill>
                <a:latin typeface="+mj-lt"/>
              </a:rPr>
              <a:t>Illustrative  Ideas that have </a:t>
            </a:r>
            <a:r>
              <a:rPr lang="en-GB" sz="1400" b="1" kern="0">
                <a:solidFill>
                  <a:schemeClr val="bg1"/>
                </a:solidFill>
                <a:latin typeface="+mj-lt"/>
              </a:rPr>
              <a:t>been implemented</a:t>
            </a:r>
            <a:endParaRPr lang="en-GB" sz="1400" b="1" kern="0" dirty="0">
              <a:solidFill>
                <a:schemeClr val="bg1"/>
              </a:solidFill>
              <a:latin typeface="+mj-lt"/>
            </a:endParaRPr>
          </a:p>
        </p:txBody>
      </p:sp>
      <p:sp>
        <p:nvSpPr>
          <p:cNvPr id="25" name="Rectangle: Rounded Corners 24">
            <a:extLst>
              <a:ext uri="{FF2B5EF4-FFF2-40B4-BE49-F238E27FC236}">
                <a16:creationId xmlns:a16="http://schemas.microsoft.com/office/drawing/2014/main" id="{9CC2F0E9-AAD8-5371-B751-49CABD29339D}"/>
              </a:ext>
            </a:extLst>
          </p:cNvPr>
          <p:cNvSpPr>
            <a:spLocks/>
          </p:cNvSpPr>
          <p:nvPr/>
        </p:nvSpPr>
        <p:spPr>
          <a:xfrm>
            <a:off x="4854519" y="3298562"/>
            <a:ext cx="1628630"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0.7 </a:t>
            </a:r>
          </a:p>
        </p:txBody>
      </p:sp>
      <p:sp>
        <p:nvSpPr>
          <p:cNvPr id="26" name="Rectangle 25">
            <a:extLst>
              <a:ext uri="{FF2B5EF4-FFF2-40B4-BE49-F238E27FC236}">
                <a16:creationId xmlns:a16="http://schemas.microsoft.com/office/drawing/2014/main" id="{0B6041C8-91E8-CEDB-BF36-A1932B2DF957}"/>
              </a:ext>
            </a:extLst>
          </p:cNvPr>
          <p:cNvSpPr/>
          <p:nvPr/>
        </p:nvSpPr>
        <p:spPr>
          <a:xfrm>
            <a:off x="4854519" y="1474254"/>
            <a:ext cx="1628630"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Implemented ideas,</a:t>
            </a:r>
          </a:p>
          <a:p>
            <a:pPr algn="ctr"/>
            <a:r>
              <a:rPr lang="en-GB" sz="1100" kern="0" dirty="0">
                <a:solidFill>
                  <a:schemeClr val="bg2"/>
                </a:solidFill>
                <a:latin typeface="+mj-lt"/>
              </a:rPr>
              <a:t>INR Cr</a:t>
            </a:r>
          </a:p>
        </p:txBody>
      </p:sp>
      <p:sp>
        <p:nvSpPr>
          <p:cNvPr id="27" name="Rectangle: Rounded Corners 26">
            <a:extLst>
              <a:ext uri="{FF2B5EF4-FFF2-40B4-BE49-F238E27FC236}">
                <a16:creationId xmlns:a16="http://schemas.microsoft.com/office/drawing/2014/main" id="{80122EC9-4CC5-2838-A432-E542673633EB}"/>
              </a:ext>
            </a:extLst>
          </p:cNvPr>
          <p:cNvSpPr>
            <a:spLocks/>
          </p:cNvSpPr>
          <p:nvPr/>
        </p:nvSpPr>
        <p:spPr>
          <a:xfrm>
            <a:off x="4854519" y="2161642"/>
            <a:ext cx="1628630"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0.3 </a:t>
            </a:r>
          </a:p>
        </p:txBody>
      </p:sp>
      <p:sp>
        <p:nvSpPr>
          <p:cNvPr id="31" name="Rectangle: Rounded Corners 30">
            <a:extLst>
              <a:ext uri="{FF2B5EF4-FFF2-40B4-BE49-F238E27FC236}">
                <a16:creationId xmlns:a16="http://schemas.microsoft.com/office/drawing/2014/main" id="{0C634DC4-D49B-D03A-3762-4C1AF1313441}"/>
              </a:ext>
            </a:extLst>
          </p:cNvPr>
          <p:cNvSpPr>
            <a:spLocks/>
          </p:cNvSpPr>
          <p:nvPr/>
        </p:nvSpPr>
        <p:spPr>
          <a:xfrm>
            <a:off x="4854519" y="2758542"/>
            <a:ext cx="1628630"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0.5 </a:t>
            </a:r>
          </a:p>
        </p:txBody>
      </p:sp>
      <p:cxnSp>
        <p:nvCxnSpPr>
          <p:cNvPr id="46" name="Straight Connector 45">
            <a:extLst>
              <a:ext uri="{FF2B5EF4-FFF2-40B4-BE49-F238E27FC236}">
                <a16:creationId xmlns:a16="http://schemas.microsoft.com/office/drawing/2014/main" id="{14885BA3-5991-C20A-2055-1465A4B329D5}"/>
              </a:ext>
            </a:extLst>
          </p:cNvPr>
          <p:cNvCxnSpPr>
            <a:cxnSpLocks/>
          </p:cNvCxnSpPr>
          <p:nvPr/>
        </p:nvCxnSpPr>
        <p:spPr>
          <a:xfrm>
            <a:off x="457200" y="3198278"/>
            <a:ext cx="11285959" cy="0"/>
          </a:xfrm>
          <a:prstGeom prst="line">
            <a:avLst/>
          </a:prstGeom>
          <a:ln w="9525">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Rectangle: Rounded Corners 46">
            <a:extLst>
              <a:ext uri="{FF2B5EF4-FFF2-40B4-BE49-F238E27FC236}">
                <a16:creationId xmlns:a16="http://schemas.microsoft.com/office/drawing/2014/main" id="{B11CB9A5-119C-3A77-CA5E-F25B558FA5DF}"/>
              </a:ext>
            </a:extLst>
          </p:cNvPr>
          <p:cNvSpPr>
            <a:spLocks/>
          </p:cNvSpPr>
          <p:nvPr/>
        </p:nvSpPr>
        <p:spPr>
          <a:xfrm>
            <a:off x="6598094" y="3298562"/>
            <a:ext cx="1005840"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1.9 </a:t>
            </a:r>
          </a:p>
        </p:txBody>
      </p:sp>
      <p:sp>
        <p:nvSpPr>
          <p:cNvPr id="48" name="Rectangle: Rounded Corners 47">
            <a:extLst>
              <a:ext uri="{FF2B5EF4-FFF2-40B4-BE49-F238E27FC236}">
                <a16:creationId xmlns:a16="http://schemas.microsoft.com/office/drawing/2014/main" id="{4F695A5E-185D-48A7-98C5-2078650E9AD4}"/>
              </a:ext>
            </a:extLst>
          </p:cNvPr>
          <p:cNvSpPr>
            <a:spLocks/>
          </p:cNvSpPr>
          <p:nvPr/>
        </p:nvSpPr>
        <p:spPr>
          <a:xfrm>
            <a:off x="6598094" y="2161642"/>
            <a:ext cx="1005840"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1.9 </a:t>
            </a:r>
          </a:p>
        </p:txBody>
      </p:sp>
      <p:sp>
        <p:nvSpPr>
          <p:cNvPr id="49" name="Rectangle: Rounded Corners 48">
            <a:extLst>
              <a:ext uri="{FF2B5EF4-FFF2-40B4-BE49-F238E27FC236}">
                <a16:creationId xmlns:a16="http://schemas.microsoft.com/office/drawing/2014/main" id="{693CC96F-9299-5728-FFCE-A74C164CF2AF}"/>
              </a:ext>
            </a:extLst>
          </p:cNvPr>
          <p:cNvSpPr>
            <a:spLocks/>
          </p:cNvSpPr>
          <p:nvPr/>
        </p:nvSpPr>
        <p:spPr>
          <a:xfrm>
            <a:off x="6598094" y="2758542"/>
            <a:ext cx="1005840"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   </a:t>
            </a:r>
          </a:p>
        </p:txBody>
      </p:sp>
      <p:sp>
        <p:nvSpPr>
          <p:cNvPr id="50" name="Rectangle: Rounded Corners 49">
            <a:extLst>
              <a:ext uri="{FF2B5EF4-FFF2-40B4-BE49-F238E27FC236}">
                <a16:creationId xmlns:a16="http://schemas.microsoft.com/office/drawing/2014/main" id="{AEC652CB-F286-7948-A44E-58A581AA8D57}"/>
              </a:ext>
            </a:extLst>
          </p:cNvPr>
          <p:cNvSpPr>
            <a:spLocks/>
          </p:cNvSpPr>
          <p:nvPr/>
        </p:nvSpPr>
        <p:spPr>
          <a:xfrm>
            <a:off x="7638726" y="3298562"/>
            <a:ext cx="1005840"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2.2 </a:t>
            </a:r>
          </a:p>
        </p:txBody>
      </p:sp>
      <p:sp>
        <p:nvSpPr>
          <p:cNvPr id="51" name="Rectangle: Rounded Corners 50">
            <a:extLst>
              <a:ext uri="{FF2B5EF4-FFF2-40B4-BE49-F238E27FC236}">
                <a16:creationId xmlns:a16="http://schemas.microsoft.com/office/drawing/2014/main" id="{090BEE0A-3C50-28B0-F295-7B0CFE5B790B}"/>
              </a:ext>
            </a:extLst>
          </p:cNvPr>
          <p:cNvSpPr>
            <a:spLocks/>
          </p:cNvSpPr>
          <p:nvPr/>
        </p:nvSpPr>
        <p:spPr>
          <a:xfrm>
            <a:off x="7638726" y="2161642"/>
            <a:ext cx="1005840"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2.0 </a:t>
            </a:r>
          </a:p>
        </p:txBody>
      </p:sp>
      <p:sp>
        <p:nvSpPr>
          <p:cNvPr id="52" name="Rectangle: Rounded Corners 51">
            <a:extLst>
              <a:ext uri="{FF2B5EF4-FFF2-40B4-BE49-F238E27FC236}">
                <a16:creationId xmlns:a16="http://schemas.microsoft.com/office/drawing/2014/main" id="{8B7E2461-E494-419C-8ECF-05D9BF95D145}"/>
              </a:ext>
            </a:extLst>
          </p:cNvPr>
          <p:cNvSpPr>
            <a:spLocks/>
          </p:cNvSpPr>
          <p:nvPr/>
        </p:nvSpPr>
        <p:spPr>
          <a:xfrm>
            <a:off x="7638726" y="2758542"/>
            <a:ext cx="1005840"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0.3 </a:t>
            </a:r>
          </a:p>
        </p:txBody>
      </p:sp>
      <p:sp>
        <p:nvSpPr>
          <p:cNvPr id="53" name="Rectangle: Rounded Corners 52">
            <a:extLst>
              <a:ext uri="{FF2B5EF4-FFF2-40B4-BE49-F238E27FC236}">
                <a16:creationId xmlns:a16="http://schemas.microsoft.com/office/drawing/2014/main" id="{F4F9EA9D-19D1-721D-ED3E-DED7B634834B}"/>
              </a:ext>
            </a:extLst>
          </p:cNvPr>
          <p:cNvSpPr>
            <a:spLocks/>
          </p:cNvSpPr>
          <p:nvPr/>
        </p:nvSpPr>
        <p:spPr>
          <a:xfrm>
            <a:off x="8679358" y="3298562"/>
            <a:ext cx="1005840"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0.4 </a:t>
            </a:r>
          </a:p>
        </p:txBody>
      </p:sp>
      <p:sp>
        <p:nvSpPr>
          <p:cNvPr id="56" name="Rectangle: Rounded Corners 55">
            <a:extLst>
              <a:ext uri="{FF2B5EF4-FFF2-40B4-BE49-F238E27FC236}">
                <a16:creationId xmlns:a16="http://schemas.microsoft.com/office/drawing/2014/main" id="{6DB39950-73FA-4F51-4FD7-BE9E2094EECE}"/>
              </a:ext>
            </a:extLst>
          </p:cNvPr>
          <p:cNvSpPr>
            <a:spLocks/>
          </p:cNvSpPr>
          <p:nvPr/>
        </p:nvSpPr>
        <p:spPr>
          <a:xfrm>
            <a:off x="8679358" y="2161642"/>
            <a:ext cx="1005840"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0.2 </a:t>
            </a:r>
          </a:p>
        </p:txBody>
      </p:sp>
      <p:sp>
        <p:nvSpPr>
          <p:cNvPr id="60" name="Rectangle: Rounded Corners 59">
            <a:extLst>
              <a:ext uri="{FF2B5EF4-FFF2-40B4-BE49-F238E27FC236}">
                <a16:creationId xmlns:a16="http://schemas.microsoft.com/office/drawing/2014/main" id="{E4FB9252-5157-ED64-C0C9-88A731E559B2}"/>
              </a:ext>
            </a:extLst>
          </p:cNvPr>
          <p:cNvSpPr>
            <a:spLocks/>
          </p:cNvSpPr>
          <p:nvPr/>
        </p:nvSpPr>
        <p:spPr>
          <a:xfrm>
            <a:off x="8679358" y="2758542"/>
            <a:ext cx="1005840"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0.2 </a:t>
            </a:r>
          </a:p>
        </p:txBody>
      </p:sp>
      <p:sp>
        <p:nvSpPr>
          <p:cNvPr id="62" name="Rectangle: Rounded Corners 61">
            <a:extLst>
              <a:ext uri="{FF2B5EF4-FFF2-40B4-BE49-F238E27FC236}">
                <a16:creationId xmlns:a16="http://schemas.microsoft.com/office/drawing/2014/main" id="{A7A55F81-EA62-9D54-6848-065466A7CEE3}"/>
              </a:ext>
            </a:extLst>
          </p:cNvPr>
          <p:cNvSpPr>
            <a:spLocks/>
          </p:cNvSpPr>
          <p:nvPr/>
        </p:nvSpPr>
        <p:spPr>
          <a:xfrm>
            <a:off x="9719990" y="3298562"/>
            <a:ext cx="1005840"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0.4 </a:t>
            </a:r>
          </a:p>
        </p:txBody>
      </p:sp>
      <p:sp>
        <p:nvSpPr>
          <p:cNvPr id="63" name="Rectangle: Rounded Corners 62">
            <a:extLst>
              <a:ext uri="{FF2B5EF4-FFF2-40B4-BE49-F238E27FC236}">
                <a16:creationId xmlns:a16="http://schemas.microsoft.com/office/drawing/2014/main" id="{D9C9DC71-424F-ED0F-6D9D-6E103EB701B9}"/>
              </a:ext>
            </a:extLst>
          </p:cNvPr>
          <p:cNvSpPr>
            <a:spLocks/>
          </p:cNvSpPr>
          <p:nvPr/>
        </p:nvSpPr>
        <p:spPr>
          <a:xfrm>
            <a:off x="9719990" y="2161642"/>
            <a:ext cx="1005840"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   </a:t>
            </a:r>
          </a:p>
        </p:txBody>
      </p:sp>
      <p:sp>
        <p:nvSpPr>
          <p:cNvPr id="65" name="Rectangle: Rounded Corners 64">
            <a:extLst>
              <a:ext uri="{FF2B5EF4-FFF2-40B4-BE49-F238E27FC236}">
                <a16:creationId xmlns:a16="http://schemas.microsoft.com/office/drawing/2014/main" id="{3BD0C617-324B-4B95-CD37-0295FA9633F5}"/>
              </a:ext>
            </a:extLst>
          </p:cNvPr>
          <p:cNvSpPr>
            <a:spLocks/>
          </p:cNvSpPr>
          <p:nvPr/>
        </p:nvSpPr>
        <p:spPr>
          <a:xfrm>
            <a:off x="9719990" y="2758542"/>
            <a:ext cx="1005840"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0.4 </a:t>
            </a:r>
          </a:p>
        </p:txBody>
      </p:sp>
      <p:sp>
        <p:nvSpPr>
          <p:cNvPr id="66" name="Rectangle: Rounded Corners 65">
            <a:extLst>
              <a:ext uri="{FF2B5EF4-FFF2-40B4-BE49-F238E27FC236}">
                <a16:creationId xmlns:a16="http://schemas.microsoft.com/office/drawing/2014/main" id="{4C1791EC-8D63-FDA9-41D4-854C076A7FB4}"/>
              </a:ext>
            </a:extLst>
          </p:cNvPr>
          <p:cNvSpPr>
            <a:spLocks/>
          </p:cNvSpPr>
          <p:nvPr/>
        </p:nvSpPr>
        <p:spPr>
          <a:xfrm>
            <a:off x="10760623" y="3298562"/>
            <a:ext cx="1005840"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3.6 </a:t>
            </a:r>
          </a:p>
        </p:txBody>
      </p:sp>
      <p:sp>
        <p:nvSpPr>
          <p:cNvPr id="67" name="Rectangle: Rounded Corners 66">
            <a:extLst>
              <a:ext uri="{FF2B5EF4-FFF2-40B4-BE49-F238E27FC236}">
                <a16:creationId xmlns:a16="http://schemas.microsoft.com/office/drawing/2014/main" id="{DCF46119-1EC0-BD73-7A8F-8BB494D274F5}"/>
              </a:ext>
            </a:extLst>
          </p:cNvPr>
          <p:cNvSpPr>
            <a:spLocks/>
          </p:cNvSpPr>
          <p:nvPr/>
        </p:nvSpPr>
        <p:spPr>
          <a:xfrm>
            <a:off x="10760623" y="2161642"/>
            <a:ext cx="1005840"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3.6 </a:t>
            </a:r>
          </a:p>
        </p:txBody>
      </p:sp>
      <p:sp>
        <p:nvSpPr>
          <p:cNvPr id="71" name="Rectangle: Rounded Corners 70">
            <a:extLst>
              <a:ext uri="{FF2B5EF4-FFF2-40B4-BE49-F238E27FC236}">
                <a16:creationId xmlns:a16="http://schemas.microsoft.com/office/drawing/2014/main" id="{47401C8B-47B0-7BFC-5F68-D708BB148BBA}"/>
              </a:ext>
            </a:extLst>
          </p:cNvPr>
          <p:cNvSpPr>
            <a:spLocks/>
          </p:cNvSpPr>
          <p:nvPr/>
        </p:nvSpPr>
        <p:spPr>
          <a:xfrm>
            <a:off x="10760623" y="2758542"/>
            <a:ext cx="1005840"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73152" tIns="73152" rIns="73152" bIns="73152" rtlCol="0" anchor="ctr"/>
          <a:lstStyle/>
          <a:p>
            <a:pPr algn="ctr"/>
            <a:r>
              <a:rPr lang="en-GB" sz="1600" b="1" kern="0">
                <a:solidFill>
                  <a:schemeClr val="accent1"/>
                </a:solidFill>
                <a:latin typeface="+mj-lt"/>
              </a:rPr>
              <a:t> -   </a:t>
            </a:r>
          </a:p>
        </p:txBody>
      </p:sp>
      <p:graphicFrame>
        <p:nvGraphicFramePr>
          <p:cNvPr id="107" name="Table 106">
            <a:extLst>
              <a:ext uri="{FF2B5EF4-FFF2-40B4-BE49-F238E27FC236}">
                <a16:creationId xmlns:a16="http://schemas.microsoft.com/office/drawing/2014/main" id="{5FE4B364-8296-FFA7-7320-64E4E764A1FB}"/>
              </a:ext>
            </a:extLst>
          </p:cNvPr>
          <p:cNvGraphicFramePr>
            <a:graphicFrameLocks noGrp="1"/>
          </p:cNvGraphicFramePr>
          <p:nvPr>
            <p:extLst>
              <p:ext uri="{D42A27DB-BD31-4B8C-83A1-F6EECF244321}">
                <p14:modId xmlns:p14="http://schemas.microsoft.com/office/powerpoint/2010/main" val="4199814338"/>
              </p:ext>
            </p:extLst>
          </p:nvPr>
        </p:nvGraphicFramePr>
        <p:xfrm>
          <a:off x="465558" y="4366954"/>
          <a:ext cx="11326222" cy="1950720"/>
        </p:xfrm>
        <a:graphic>
          <a:graphicData uri="http://schemas.openxmlformats.org/drawingml/2006/table">
            <a:tbl>
              <a:tblPr>
                <a:tableStyleId>{839DD9DD-9E6C-4910-8AC0-68ADFF6A6AFC}</a:tableStyleId>
              </a:tblPr>
              <a:tblGrid>
                <a:gridCol w="1049192">
                  <a:extLst>
                    <a:ext uri="{9D8B030D-6E8A-4147-A177-3AD203B41FA5}">
                      <a16:colId xmlns:a16="http://schemas.microsoft.com/office/drawing/2014/main" val="3860153086"/>
                    </a:ext>
                  </a:extLst>
                </a:gridCol>
                <a:gridCol w="1832927">
                  <a:extLst>
                    <a:ext uri="{9D8B030D-6E8A-4147-A177-3AD203B41FA5}">
                      <a16:colId xmlns:a16="http://schemas.microsoft.com/office/drawing/2014/main" val="379010673"/>
                    </a:ext>
                  </a:extLst>
                </a:gridCol>
                <a:gridCol w="4891651">
                  <a:extLst>
                    <a:ext uri="{9D8B030D-6E8A-4147-A177-3AD203B41FA5}">
                      <a16:colId xmlns:a16="http://schemas.microsoft.com/office/drawing/2014/main" val="757728461"/>
                    </a:ext>
                  </a:extLst>
                </a:gridCol>
                <a:gridCol w="651753">
                  <a:extLst>
                    <a:ext uri="{9D8B030D-6E8A-4147-A177-3AD203B41FA5}">
                      <a16:colId xmlns:a16="http://schemas.microsoft.com/office/drawing/2014/main" val="3721275925"/>
                    </a:ext>
                  </a:extLst>
                </a:gridCol>
                <a:gridCol w="2900699">
                  <a:extLst>
                    <a:ext uri="{9D8B030D-6E8A-4147-A177-3AD203B41FA5}">
                      <a16:colId xmlns:a16="http://schemas.microsoft.com/office/drawing/2014/main" val="3427444416"/>
                    </a:ext>
                  </a:extLst>
                </a:gridCol>
              </a:tblGrid>
              <a:tr h="0">
                <a:tc>
                  <a:txBody>
                    <a:bodyPr/>
                    <a:lstStyle/>
                    <a:p>
                      <a:pPr algn="ctr" fontAlgn="ctr">
                        <a:buNone/>
                      </a:pPr>
                      <a:r>
                        <a:rPr lang="en-US" sz="1300" b="1" i="1" u="none" strike="noStrike" dirty="0">
                          <a:effectLst/>
                          <a:latin typeface="+mn-lt"/>
                        </a:rPr>
                        <a:t>Idea #</a:t>
                      </a:r>
                      <a:endParaRPr lang="en-US" sz="1300" b="1" i="1" u="none" strike="noStrike" dirty="0">
                        <a:solidFill>
                          <a:srgbClr val="000000"/>
                        </a:solidFill>
                        <a:effectLst/>
                        <a:latin typeface="+mn-lt"/>
                      </a:endParaRPr>
                    </a:p>
                  </a:txBody>
                  <a:tcPr marL="45720" marR="45720" anchor="ctr">
                    <a:solidFill>
                      <a:schemeClr val="accent2">
                        <a:lumMod val="20000"/>
                        <a:lumOff val="80000"/>
                      </a:schemeClr>
                    </a:solidFill>
                  </a:tcPr>
                </a:tc>
                <a:tc>
                  <a:txBody>
                    <a:bodyPr/>
                    <a:lstStyle/>
                    <a:p>
                      <a:pPr algn="l" fontAlgn="ctr">
                        <a:buNone/>
                      </a:pPr>
                      <a:r>
                        <a:rPr lang="en-US" sz="1300" b="1" i="1" u="none" strike="noStrike" dirty="0">
                          <a:effectLst/>
                          <a:latin typeface="+mn-lt"/>
                        </a:rPr>
                        <a:t>Product / Molecule</a:t>
                      </a:r>
                      <a:endParaRPr lang="en-US" sz="1300" b="1" i="1" u="none" strike="noStrike" dirty="0">
                        <a:solidFill>
                          <a:srgbClr val="000000"/>
                        </a:solidFill>
                        <a:effectLst/>
                        <a:latin typeface="+mn-lt"/>
                      </a:endParaRPr>
                    </a:p>
                  </a:txBody>
                  <a:tcPr marL="45720" marR="45720" anchor="ctr">
                    <a:solidFill>
                      <a:schemeClr val="accent2">
                        <a:lumMod val="20000"/>
                        <a:lumOff val="80000"/>
                      </a:schemeClr>
                    </a:solidFill>
                  </a:tcPr>
                </a:tc>
                <a:tc>
                  <a:txBody>
                    <a:bodyPr/>
                    <a:lstStyle/>
                    <a:p>
                      <a:pPr algn="l" fontAlgn="ctr">
                        <a:buNone/>
                      </a:pPr>
                      <a:r>
                        <a:rPr lang="en-US" sz="1300" b="1" i="1" u="none" strike="noStrike" dirty="0">
                          <a:effectLst/>
                          <a:latin typeface="+mn-lt"/>
                        </a:rPr>
                        <a:t>Idea description</a:t>
                      </a:r>
                      <a:endParaRPr lang="en-US" sz="1300" b="1" i="1" u="none" strike="noStrike" dirty="0">
                        <a:solidFill>
                          <a:srgbClr val="000000"/>
                        </a:solidFill>
                        <a:effectLst/>
                        <a:latin typeface="+mn-lt"/>
                      </a:endParaRPr>
                    </a:p>
                  </a:txBody>
                  <a:tcPr marL="45720" marR="45720" anchor="ctr">
                    <a:solidFill>
                      <a:schemeClr val="accent2">
                        <a:lumMod val="20000"/>
                        <a:lumOff val="80000"/>
                      </a:schemeClr>
                    </a:solidFill>
                  </a:tcPr>
                </a:tc>
                <a:tc>
                  <a:txBody>
                    <a:bodyPr/>
                    <a:lstStyle/>
                    <a:p>
                      <a:pPr algn="l" fontAlgn="ctr">
                        <a:buNone/>
                      </a:pPr>
                      <a:r>
                        <a:rPr lang="en-US" sz="1300" b="1" i="1" u="none" strike="noStrike" dirty="0">
                          <a:effectLst/>
                          <a:latin typeface="+mn-lt"/>
                        </a:rPr>
                        <a:t>Value </a:t>
                      </a:r>
                      <a:br>
                        <a:rPr lang="en-US" sz="1300" b="1" i="1" u="none" strike="noStrike" dirty="0">
                          <a:effectLst/>
                          <a:latin typeface="+mn-lt"/>
                        </a:rPr>
                      </a:br>
                      <a:r>
                        <a:rPr lang="en-US" sz="1300" b="1" i="1" u="none" strike="noStrike" dirty="0">
                          <a:effectLst/>
                          <a:latin typeface="+mn-lt"/>
                        </a:rPr>
                        <a:t>(INR Cr) </a:t>
                      </a:r>
                      <a:endParaRPr lang="en-US" sz="1300" b="1" i="1" u="none" strike="noStrike" dirty="0">
                        <a:solidFill>
                          <a:srgbClr val="000000"/>
                        </a:solidFill>
                        <a:effectLst/>
                        <a:latin typeface="+mn-lt"/>
                      </a:endParaRPr>
                    </a:p>
                  </a:txBody>
                  <a:tcPr marL="45720" marR="45720" anchor="ctr">
                    <a:solidFill>
                      <a:schemeClr val="accent2">
                        <a:lumMod val="20000"/>
                        <a:lumOff val="80000"/>
                      </a:schemeClr>
                    </a:solidFill>
                  </a:tcPr>
                </a:tc>
                <a:tc>
                  <a:txBody>
                    <a:bodyPr/>
                    <a:lstStyle/>
                    <a:p>
                      <a:pPr algn="l" fontAlgn="ctr">
                        <a:buNone/>
                      </a:pPr>
                      <a:r>
                        <a:rPr lang="en-US" sz="1300" b="1" i="1" u="none" strike="noStrike" dirty="0">
                          <a:effectLst/>
                          <a:latin typeface="+mn-lt"/>
                        </a:rPr>
                        <a:t> Status </a:t>
                      </a:r>
                      <a:endParaRPr lang="en-US" sz="1300" b="1" i="1" u="none" strike="noStrike" dirty="0">
                        <a:solidFill>
                          <a:srgbClr val="000000"/>
                        </a:solidFill>
                        <a:effectLst/>
                        <a:latin typeface="+mn-lt"/>
                      </a:endParaRPr>
                    </a:p>
                  </a:txBody>
                  <a:tcPr marL="45720" marR="45720" anchor="ctr">
                    <a:solidFill>
                      <a:schemeClr val="accent2">
                        <a:lumMod val="20000"/>
                        <a:lumOff val="80000"/>
                      </a:schemeClr>
                    </a:solidFill>
                  </a:tcPr>
                </a:tc>
                <a:extLst>
                  <a:ext uri="{0D108BD9-81ED-4DB2-BD59-A6C34878D82A}">
                    <a16:rowId xmlns:a16="http://schemas.microsoft.com/office/drawing/2014/main" val="2872940242"/>
                  </a:ext>
                </a:extLst>
              </a:tr>
              <a:tr h="0">
                <a:tc>
                  <a:txBody>
                    <a:bodyPr/>
                    <a:lstStyle/>
                    <a:p>
                      <a:pPr algn="ctr" fontAlgn="ctr">
                        <a:buNone/>
                      </a:pPr>
                      <a:r>
                        <a:rPr lang="en-US" sz="1300" u="none" strike="noStrike" dirty="0">
                          <a:effectLst/>
                          <a:latin typeface="+mn-lt"/>
                        </a:rPr>
                        <a:t>1003</a:t>
                      </a:r>
                      <a:endParaRPr lang="en-US" sz="1300" b="0" i="0" u="none" strike="noStrike" dirty="0">
                        <a:solidFill>
                          <a:srgbClr val="000000"/>
                        </a:solidFill>
                        <a:effectLst/>
                        <a:latin typeface="+mn-lt"/>
                      </a:endParaRPr>
                    </a:p>
                  </a:txBody>
                  <a:tcPr marL="45720" marR="45720" anchor="ctr"/>
                </a:tc>
                <a:tc>
                  <a:txBody>
                    <a:bodyPr/>
                    <a:lstStyle/>
                    <a:p>
                      <a:pPr algn="l" fontAlgn="ctr">
                        <a:buNone/>
                      </a:pPr>
                      <a:r>
                        <a:rPr lang="en-US" sz="1300" u="none" strike="noStrike" dirty="0">
                          <a:effectLst/>
                          <a:latin typeface="+mn-lt"/>
                        </a:rPr>
                        <a:t>Human Albumin 20%</a:t>
                      </a:r>
                      <a:endParaRPr lang="en-US" sz="1300" b="0" i="0" u="none" strike="noStrike" dirty="0">
                        <a:solidFill>
                          <a:srgbClr val="000000"/>
                        </a:solidFill>
                        <a:effectLst/>
                        <a:latin typeface="+mn-lt"/>
                      </a:endParaRPr>
                    </a:p>
                  </a:txBody>
                  <a:tcPr marL="45720" marR="45720" anchor="ctr"/>
                </a:tc>
                <a:tc>
                  <a:txBody>
                    <a:bodyPr/>
                    <a:lstStyle/>
                    <a:p>
                      <a:pPr algn="l" fontAlgn="ctr">
                        <a:buNone/>
                      </a:pPr>
                      <a:r>
                        <a:rPr lang="en-US" sz="1300" u="none" strike="noStrike" dirty="0">
                          <a:effectLst/>
                          <a:latin typeface="+mn-lt"/>
                        </a:rPr>
                        <a:t>Negotiation with Takeda from INR 5797 to INR 4470</a:t>
                      </a:r>
                      <a:endParaRPr lang="en-US" sz="1300" b="0" i="0" u="none" strike="noStrike" dirty="0">
                        <a:solidFill>
                          <a:srgbClr val="000000"/>
                        </a:solidFill>
                        <a:effectLst/>
                        <a:latin typeface="+mn-lt"/>
                      </a:endParaRPr>
                    </a:p>
                  </a:txBody>
                  <a:tcPr marL="45720" marR="45720" anchor="ctr"/>
                </a:tc>
                <a:tc>
                  <a:txBody>
                    <a:bodyPr/>
                    <a:lstStyle/>
                    <a:p>
                      <a:pPr algn="l" fontAlgn="ctr">
                        <a:buNone/>
                      </a:pPr>
                      <a:r>
                        <a:rPr lang="en-US" sz="1300" u="none" strike="noStrike">
                          <a:effectLst/>
                          <a:latin typeface="+mn-lt"/>
                        </a:rPr>
                        <a:t>                   0.27 </a:t>
                      </a:r>
                      <a:endParaRPr lang="en-US" sz="1300" b="0" i="0" u="none" strike="noStrike">
                        <a:solidFill>
                          <a:srgbClr val="000000"/>
                        </a:solidFill>
                        <a:effectLst/>
                        <a:latin typeface="+mn-lt"/>
                      </a:endParaRPr>
                    </a:p>
                  </a:txBody>
                  <a:tcPr marL="45720" marR="45720" anchor="ctr"/>
                </a:tc>
                <a:tc>
                  <a:txBody>
                    <a:bodyPr/>
                    <a:lstStyle/>
                    <a:p>
                      <a:pPr algn="l" fontAlgn="ctr">
                        <a:buNone/>
                      </a:pPr>
                      <a:r>
                        <a:rPr lang="en-US" sz="1300" u="none" strike="noStrike" dirty="0">
                          <a:effectLst/>
                          <a:latin typeface="+mn-lt"/>
                        </a:rPr>
                        <a:t> PO to be placed on 15th June considering inventory </a:t>
                      </a:r>
                      <a:endParaRPr lang="en-US" sz="1300" b="0" i="0" u="none" strike="noStrike" dirty="0">
                        <a:solidFill>
                          <a:srgbClr val="000000"/>
                        </a:solidFill>
                        <a:effectLst/>
                        <a:latin typeface="+mn-lt"/>
                      </a:endParaRPr>
                    </a:p>
                  </a:txBody>
                  <a:tcPr marL="45720" marR="45720" anchor="ctr"/>
                </a:tc>
                <a:extLst>
                  <a:ext uri="{0D108BD9-81ED-4DB2-BD59-A6C34878D82A}">
                    <a16:rowId xmlns:a16="http://schemas.microsoft.com/office/drawing/2014/main" val="4165473001"/>
                  </a:ext>
                </a:extLst>
              </a:tr>
              <a:tr h="0">
                <a:tc>
                  <a:txBody>
                    <a:bodyPr/>
                    <a:lstStyle/>
                    <a:p>
                      <a:pPr algn="ctr" fontAlgn="ctr">
                        <a:buNone/>
                      </a:pPr>
                      <a:r>
                        <a:rPr lang="en-US" sz="1300" u="none" strike="noStrike">
                          <a:effectLst/>
                          <a:latin typeface="+mn-lt"/>
                        </a:rPr>
                        <a:t>2003</a:t>
                      </a:r>
                      <a:endParaRPr lang="en-US" sz="1300" b="0" i="0" u="none" strike="noStrike">
                        <a:solidFill>
                          <a:srgbClr val="000000"/>
                        </a:solidFill>
                        <a:effectLst/>
                        <a:latin typeface="+mn-lt"/>
                      </a:endParaRPr>
                    </a:p>
                  </a:txBody>
                  <a:tcPr marL="45720" marR="45720" anchor="ctr"/>
                </a:tc>
                <a:tc>
                  <a:txBody>
                    <a:bodyPr/>
                    <a:lstStyle/>
                    <a:p>
                      <a:pPr algn="l" fontAlgn="ctr">
                        <a:buNone/>
                      </a:pPr>
                      <a:r>
                        <a:rPr lang="en-US" sz="1300" u="none" strike="noStrike" dirty="0">
                          <a:effectLst/>
                          <a:latin typeface="+mn-lt"/>
                        </a:rPr>
                        <a:t>Exam Gloves - Latex (25s)</a:t>
                      </a:r>
                      <a:endParaRPr lang="en-US" sz="1300" b="0" i="0" u="none" strike="noStrike" dirty="0">
                        <a:solidFill>
                          <a:srgbClr val="000000"/>
                        </a:solidFill>
                        <a:effectLst/>
                        <a:latin typeface="+mn-lt"/>
                      </a:endParaRPr>
                    </a:p>
                  </a:txBody>
                  <a:tcPr marL="45720" marR="45720" anchor="ctr"/>
                </a:tc>
                <a:tc>
                  <a:txBody>
                    <a:bodyPr/>
                    <a:lstStyle/>
                    <a:p>
                      <a:pPr algn="l" fontAlgn="ctr">
                        <a:buNone/>
                      </a:pPr>
                      <a:r>
                        <a:rPr lang="en-US" sz="1300" u="none" strike="noStrike" dirty="0">
                          <a:effectLst/>
                          <a:latin typeface="+mn-lt"/>
                        </a:rPr>
                        <a:t>Transitioning from a pack of 25s to pack of 20’s to minimize wastage and reduce sourcing cost from INR 84 to INR 52</a:t>
                      </a:r>
                      <a:endParaRPr lang="en-US" sz="1300" b="0" i="0" u="none" strike="noStrike" dirty="0">
                        <a:solidFill>
                          <a:srgbClr val="000000"/>
                        </a:solidFill>
                        <a:effectLst/>
                        <a:latin typeface="+mn-lt"/>
                      </a:endParaRPr>
                    </a:p>
                  </a:txBody>
                  <a:tcPr marL="45720" marR="45720" anchor="ctr"/>
                </a:tc>
                <a:tc>
                  <a:txBody>
                    <a:bodyPr/>
                    <a:lstStyle/>
                    <a:p>
                      <a:pPr algn="l" fontAlgn="b">
                        <a:buNone/>
                      </a:pPr>
                      <a:r>
                        <a:rPr lang="en-US" sz="1300" u="none" strike="noStrike" dirty="0">
                          <a:effectLst/>
                          <a:latin typeface="+mn-lt"/>
                        </a:rPr>
                        <a:t>                   0.18 </a:t>
                      </a:r>
                      <a:endParaRPr lang="en-US" sz="1300" b="0" i="0" u="none" strike="noStrike" dirty="0">
                        <a:solidFill>
                          <a:srgbClr val="000000"/>
                        </a:solidFill>
                        <a:effectLst/>
                        <a:latin typeface="+mn-lt"/>
                      </a:endParaRPr>
                    </a:p>
                  </a:txBody>
                  <a:tcPr marL="45720" marR="45720" anchor="ctr"/>
                </a:tc>
                <a:tc>
                  <a:txBody>
                    <a:bodyPr/>
                    <a:lstStyle/>
                    <a:p>
                      <a:pPr algn="l" fontAlgn="ctr">
                        <a:buNone/>
                      </a:pPr>
                      <a:r>
                        <a:rPr lang="en-US" sz="1300" u="none" strike="noStrike" dirty="0">
                          <a:effectLst/>
                          <a:latin typeface="+mn-lt"/>
                        </a:rPr>
                        <a:t>PO to be placed immediately </a:t>
                      </a:r>
                      <a:endParaRPr lang="en-US" sz="1300" b="0" i="0" u="none" strike="noStrike" dirty="0">
                        <a:solidFill>
                          <a:srgbClr val="000000"/>
                        </a:solidFill>
                        <a:effectLst/>
                        <a:latin typeface="+mn-lt"/>
                      </a:endParaRPr>
                    </a:p>
                  </a:txBody>
                  <a:tcPr marL="45720" marR="45720" anchor="ctr"/>
                </a:tc>
                <a:extLst>
                  <a:ext uri="{0D108BD9-81ED-4DB2-BD59-A6C34878D82A}">
                    <a16:rowId xmlns:a16="http://schemas.microsoft.com/office/drawing/2014/main" val="3878238441"/>
                  </a:ext>
                </a:extLst>
              </a:tr>
              <a:tr h="0">
                <a:tc>
                  <a:txBody>
                    <a:bodyPr/>
                    <a:lstStyle/>
                    <a:p>
                      <a:pPr algn="ctr" fontAlgn="ctr">
                        <a:buNone/>
                      </a:pPr>
                      <a:r>
                        <a:rPr lang="en-US" sz="1300" u="none" strike="noStrike">
                          <a:effectLst/>
                          <a:latin typeface="+mn-lt"/>
                        </a:rPr>
                        <a:t>2001</a:t>
                      </a:r>
                      <a:endParaRPr lang="en-US" sz="1300" b="0" i="0" u="none" strike="noStrike">
                        <a:solidFill>
                          <a:srgbClr val="000000"/>
                        </a:solidFill>
                        <a:effectLst/>
                        <a:latin typeface="+mn-lt"/>
                      </a:endParaRPr>
                    </a:p>
                  </a:txBody>
                  <a:tcPr marL="45720" marR="45720" anchor="ctr"/>
                </a:tc>
                <a:tc>
                  <a:txBody>
                    <a:bodyPr/>
                    <a:lstStyle/>
                    <a:p>
                      <a:pPr algn="l" fontAlgn="ctr">
                        <a:buNone/>
                      </a:pPr>
                      <a:r>
                        <a:rPr lang="en-US" sz="1300" u="none" strike="noStrike" dirty="0">
                          <a:effectLst/>
                          <a:latin typeface="+mn-lt"/>
                        </a:rPr>
                        <a:t>Exam Gloves - Nitrile</a:t>
                      </a:r>
                      <a:endParaRPr lang="en-US" sz="1300" b="0" i="0" u="none" strike="noStrike" dirty="0">
                        <a:solidFill>
                          <a:srgbClr val="000000"/>
                        </a:solidFill>
                        <a:effectLst/>
                        <a:latin typeface="+mn-lt"/>
                      </a:endParaRPr>
                    </a:p>
                  </a:txBody>
                  <a:tcPr marL="45720" marR="45720" anchor="ctr"/>
                </a:tc>
                <a:tc>
                  <a:txBody>
                    <a:bodyPr/>
                    <a:lstStyle/>
                    <a:p>
                      <a:pPr algn="l" fontAlgn="ctr">
                        <a:buNone/>
                      </a:pPr>
                      <a:r>
                        <a:rPr lang="en-US" sz="1300" b="0" i="0" u="none" strike="noStrike" dirty="0">
                          <a:solidFill>
                            <a:srgbClr val="000000"/>
                          </a:solidFill>
                          <a:effectLst/>
                          <a:latin typeface="+mn-lt"/>
                        </a:rPr>
                        <a:t>Substitution of gloves from existing to new vendor to reduce price per glove from INR 2.6 to INR 2.3</a:t>
                      </a:r>
                    </a:p>
                  </a:txBody>
                  <a:tcPr marL="45720" marR="45720" anchor="ctr"/>
                </a:tc>
                <a:tc>
                  <a:txBody>
                    <a:bodyPr/>
                    <a:lstStyle/>
                    <a:p>
                      <a:pPr algn="l" fontAlgn="ctr">
                        <a:buNone/>
                      </a:pPr>
                      <a:r>
                        <a:rPr lang="en-US" sz="1300" u="none" strike="noStrike" dirty="0">
                          <a:effectLst/>
                          <a:latin typeface="+mn-lt"/>
                        </a:rPr>
                        <a:t>                   0.10 </a:t>
                      </a:r>
                      <a:endParaRPr lang="en-US" sz="1300" b="0" i="0" u="none" strike="noStrike" dirty="0">
                        <a:solidFill>
                          <a:srgbClr val="000000"/>
                        </a:solidFill>
                        <a:effectLst/>
                        <a:latin typeface="+mn-lt"/>
                      </a:endParaRPr>
                    </a:p>
                  </a:txBody>
                  <a:tcPr marL="45720" marR="45720" anchor="ctr"/>
                </a:tc>
                <a:tc>
                  <a:txBody>
                    <a:bodyPr/>
                    <a:lstStyle/>
                    <a:p>
                      <a:pPr algn="l" fontAlgn="ctr">
                        <a:buNone/>
                      </a:pPr>
                      <a:r>
                        <a:rPr lang="en-US" sz="1300" u="none" strike="noStrike" dirty="0">
                          <a:effectLst/>
                          <a:latin typeface="+mn-lt"/>
                        </a:rPr>
                        <a:t>PO to be placed immediately </a:t>
                      </a:r>
                      <a:endParaRPr lang="en-US" sz="1300" b="0" i="0" u="none" strike="noStrike" dirty="0">
                        <a:solidFill>
                          <a:srgbClr val="000000"/>
                        </a:solidFill>
                        <a:effectLst/>
                        <a:latin typeface="+mn-lt"/>
                      </a:endParaRPr>
                    </a:p>
                  </a:txBody>
                  <a:tcPr marL="45720" marR="45720" anchor="ctr"/>
                </a:tc>
                <a:extLst>
                  <a:ext uri="{0D108BD9-81ED-4DB2-BD59-A6C34878D82A}">
                    <a16:rowId xmlns:a16="http://schemas.microsoft.com/office/drawing/2014/main" val="2121257412"/>
                  </a:ext>
                </a:extLst>
              </a:tr>
            </a:tbl>
          </a:graphicData>
        </a:graphic>
      </p:graphicFrame>
    </p:spTree>
    <p:extLst>
      <p:ext uri="{BB962C8B-B14F-4D97-AF65-F5344CB8AC3E}">
        <p14:creationId xmlns:p14="http://schemas.microsoft.com/office/powerpoint/2010/main" val="42472225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TP_TOOLSPOWERPOINTCONFIGV2" val="{&quot;ConfigName&quot;:&quot;Oliver Wyman Widescreen&quot;,&quot;BracketAndBrace&quot;:{&quot;Brace&quot;:{&quot;Line&quot;:{&quot;Visible&quot;:true,&quot;Color&quot;:[{&quot;Source&quot;:2,&quot;Data&quot;:&quot;msoThemeColorText1&quot;}],&quot;Width&quot;:0.75},&quot;Width&quot;:14.4,&quot;Height&quot;:144.0,&quot;Adjustments&quot;:[0.5],&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true,&quot;Color&quot;:[{&quot;Source&quot;:2,&quot;Data&quot;:&quot;msoThemeColorAccent4&quot;}],&quot;Width&quot;:0.75},&quot;FillColor&quot;:[{&quot;Source&quot;:2,&quot;Data&quot;:&quot;msoThemeColorAccent4&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2&quot;,&quot;Font&quot;:{&quot;Color&quot;:[{&quot;Source&quot;:2,&quot;Data&quot;:&quot;msoThemeColorText1&quot;}],&quot;Name&quot;:&quot;+mn-lt&quot;,&quot;Style&quot;:0,&quot;Size&quot;:10},&quot;FillColor&quot;:[{&quot;Source&quot;:2,&quot;Data&quot;:&quot;msoThemeColorBackground1&quot;}],&quot;Line&quot;:{&quot;Visible&quot;:true,&quot;Color&quot;:[{&quot;Source&quot;:2,&quot;Data&quot;:&quot;msoThemeColorText1&quot;}],&quot;Width&quot;:0.75}},&quot;CrossTick&quot;:{&quot;Cross&quot;:{&quot;Visible&quot;:true,&quot;Color&quot;:[{&quot;Source&quot;:2,&quot;Data&quot;:&quot;msoThemeColorText1&quot;}],&quot;Width&quot;:1.5},&quot;Tick&quot;:{&quot;Visible&quot;:true,&quot;Color&quot;:[{&quot;Source&quot;:2,&quot;Data&quot;:&quot;msoThemeColorText1&quot;}],&quot;Width&quot;:1.5}},&quot;Highlight&quot;:{&quot;Line&quot;:{&quot;Visible&quot;:true,&quot;Color&quot;:[{&quot;Source&quot;:0,&quot;Data&quot;:&quot;Yellow&quot;},{&quot;Source&quot;:1,&quot;Data&quot;:&quot;0x00BEFF&quot;}],&quot;Width&quot;:1.5},&quot;Font&quot;:{&quot;Color&quot;:[{&quot;Source&quot;:0,&quot;Data&quot;:&quot;Yellow&quot;},{&quot;Source&quot;:1,&quot;Data&quot;:&quot;0x00BEFF&quot;}],&quot;Name&quot;:&quot;+mn-lt&quot;,&quot;Style&quot;:1,&quot;Size&quot;:12},&quot;Alignment&quot;:1,&quot;VerticalAnchor&quot;:1},&quot;Title&quot;:{&quot;SubTitle&quot;:{&quot;Font&quot;:{&quot;Color&quot;:[{&quot;Source&quot;:2,&quot;Data&quot;:&quot;msoThemeColorText1&quot;}],&quot;Name&quot;:&quot;+mn-lt&quot;,&quot;Style&quot;:0,&quot;Size&quot;:16},&quot;AllCaps&quot;:false}},&quot;Headings&quot;:{&quot;Heading&quot;:{&quot;Font&quot;:{&quot;Color&quot;:[{&quot;Source&quot;:2,&quot;Data&quot;:&quot;msoThemeColorText1&quot;}],&quot;Name&quot;:&quot;+mn-lt&quot;,&quot;Style&quot;:2,&quot;Size&quot;:14}},&quot;Subheading&quot;:{&quot;Font&quot;:{&quot;Color&quot;:[{&quot;Source&quot;:2,&quot;Data&quot;:&quot;msoThemeColorText1&quot;}],&quot;Name&quot;:&quot;+mn-lt&quot;,&quot;Style&quot;:0,&quot;Size&quot;:14}}},&quot;Conclusion&quot;:{&quot;Fill&quot;:{&quot;FillType&quot;:0,&quot;Color&quot;:[]},&quot;VisibleBorders&quot;:[3,1],&quot;Line&quot;:{&quot;Visible&quot;:true,&quot;Color&quot;:[{&quot;Source&quot;:2,&quot;Data&quot;:&quot;msoThemeColorText1&quot;}],&quot;Width&quot;:0.75},&quot;Font&quot;:{&quot;Color&quot;:[{&quot;Source&quot;:2,&quot;Data&quot;:&quot;msoThemeColorText1&quot;}],&quot;Name&quot;:&quot;+mn-lt&quot;,&quot;Style&quot;:0,&quot;Size&quot;:16}},&quot;FootNote&quot;:{&quot;Font&quot;:{&quot;Color&quot;:[{&quot;Source&quot;:2,&quot;Data&quot;:&quot;msoThemeColorText1&quot;}],&quot;Name&quot;:&quot;+mn-lt&quot;,&quot;Style&quot;:0,&quot;Size&quot;:8},&quot;VerticalAnchor&quot;:4},&quot;Bullet&quot;:{&quot;List1Level&quot;:1,&quot;List2Level&quot;:2,&quot;List3Level&quot;:3,&quot;List4Level&quot;:4},&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Accent1&quot;}],&quot;Width&quot;:0.75},&quot;ArcFill&quot;:[{&quot;Source&quot;:2,&quot;Data&quot;:&quot;msoThemeColorAccent1&quot;}],&quot;BallFill&quot;:[{&quot;Source&quot;:2,&quot;Data&quot;:&quot;msoThemeColorBackground1&quot;}]},&quot;Label&quot;:{&quot;Font&quot;:{&quot;Color&quot;:[{&quot;Source&quot;:2,&quot;Data&quot;:&quot;msoThemeColorAccent1&quot;}],&quot;Name&quot;:&quot;+mn-lt&quot;,&quot;Style&quot;:2,&quot;Size&quot;:10},&quot;Line&quot;:{&quot;Visible&quot;:true,&quot;Color&quot;:[{&quot;Source&quot;:2,&quot;Data&quot;:&quot;msoThemeColorAccent1&quot;}],&quot;Width&quot;:0.75},&quot;Fill&quot;:{&quot;FillType&quot;:0,&quot;Color&quot;:[]}},&quot;Ghost&quot;:{&quot;Font&quot;:{&quot;Color&quot;:[{&quot;Source&quot;:2,&quot;Data&quot;:&quot;msoThemeColorAccent3&quot;}],&quot;Name&quot;:&quot;+mn-lt&quot;,&quot;Style&quot;:0,&quot;Size&quot;:11}}}"/>
  <p:tag name="DTP_TOOLSPOWERPOINTCONFIG" val="{&quot;ConfigName&quot;:&quot;Oliver Wyman Widescreen&quot;,&quot;BracketAndBrace&quot;:{&quot;Brace&quot;:{&quot;Line&quot;:{&quot;Visible&quot;:true,&quot;Color&quot;:[{&quot;Source&quot;:2,&quot;Data&quot;:&quot;msoThemeColorText1&quot;}],&quot;Width&quot;:0.75},&quot;Width&quot;:14.4,&quot;Height&quot;:144.0,&quot;Adjustments&quot;:[1.0],&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true,&quot;Color&quot;:[{&quot;Source&quot;:2,&quot;Data&quot;:&quot;msoThemeColorAccent4&quot;}],&quot;Width&quot;:0.75},&quot;FillColor&quot;:[{&quot;Source&quot;:2,&quot;Data&quot;:&quot;msoThemeColorAccent4&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2&quot;,&quot;Font&quot;:{&quot;Color&quot;:[{&quot;Source&quot;:2,&quot;Data&quot;:&quot;msoThemeColorText1&quot;}],&quot;Name&quot;:&quot;+mn-lt&quot;,&quot;Style&quot;:0,&quot;Size&quot;:10},&quot;FillColor&quot;:[{&quot;Source&quot;:2,&quot;Data&quot;:&quot;msoThemeColorBackground1&quot;}],&quot;Line&quot;:{&quot;Visible&quot;:true,&quot;Color&quot;:[{&quot;Source&quot;:2,&quot;Data&quot;:&quot;msoThemeColorText1&quot;}],&quot;Width&quot;:0.75}},&quot;CrossTick&quot;:{&quot;Cross&quot;:{&quot;Visible&quot;:true,&quot;Color&quot;:[{&quot;Source&quot;:2,&quot;Data&quot;:&quot;msoThemeColorText1&quot;}],&quot;Width&quot;:1.5},&quot;Tick&quot;:{&quot;Visible&quot;:true,&quot;Color&quot;:[{&quot;Source&quot;:2,&quot;Data&quot;:&quot;msoThemeColorText1&quot;}],&quot;Width&quot;:1.5}},&quot;Highlight&quot;:{&quot;Line&quot;:{&quot;Visible&quot;:true,&quot;Color&quot;:[{&quot;Source&quot;:0,&quot;Data&quot;:&quot;Yellow&quot;},{&quot;Source&quot;:1,&quot;Data&quot;:&quot;0x00BEFF&quot;}],&quot;Width&quot;:1.5},&quot;Font&quot;:{&quot;Color&quot;:[{&quot;Source&quot;:0,&quot;Data&quot;:&quot;Yellow&quot;},{&quot;Source&quot;:1,&quot;Data&quot;:&quot;0x00BEFF&quot;}],&quot;Name&quot;:&quot;+mn-lt&quot;,&quot;Style&quot;:1,&quot;Size&quot;:12},&quot;Alignment&quot;:1,&quot;VerticalAnchor&quot;:1},&quot;Title&quot;:{&quot;SubTitle&quot;:{&quot;Font&quot;:{&quot;Color&quot;:[{&quot;Source&quot;:2,&quot;Data&quot;:&quot;msoThemeColorText1&quot;}],&quot;Name&quot;:&quot;+mn-lt&quot;,&quot;Style&quot;:0,&quot;Size&quot;:16},&quot;AllCaps&quot;:false}},&quot;Headings&quot;:{&quot;Heading&quot;:{&quot;Font&quot;:{&quot;Color&quot;:[{&quot;Source&quot;:2,&quot;Data&quot;:&quot;msoThemeColorText1&quot;}],&quot;Name&quot;:&quot;+mn-lt&quot;,&quot;Style&quot;:2,&quot;Size&quot;:14}},&quot;Subheading&quot;:{&quot;Font&quot;:{&quot;Color&quot;:[{&quot;Source&quot;:2,&quot;Data&quot;:&quot;msoThemeColorText1&quot;}],&quot;Name&quot;:&quot;+mn-lt&quot;,&quot;Style&quot;:0,&quot;Size&quot;:14}}},&quot;Conclusion&quot;:{&quot;Fill&quot;:{&quot;FillType&quot;:0,&quot;Color&quot;:[]},&quot;VisibleBorders&quot;:[3,1],&quot;Line&quot;:{&quot;Visible&quot;:true,&quot;Color&quot;:[{&quot;Source&quot;:2,&quot;Data&quot;:&quot;msoThemeColorText1&quot;}],&quot;Width&quot;:0.75},&quot;Font&quot;:{&quot;Color&quot;:[{&quot;Source&quot;:2,&quot;Data&quot;:&quot;msoThemeColorText1&quot;}],&quot;Name&quot;:&quot;+mn-lt&quot;,&quot;Style&quot;:0,&quot;Size&quot;:16}},&quot;FootNote&quot;:{&quot;Font&quot;:{&quot;Color&quot;:[{&quot;Source&quot;:2,&quot;Data&quot;:&quot;msoThemeColorText1&quot;}],&quot;Name&quot;:&quot;+mn-lt&quot;,&quot;Style&quot;:0,&quot;Size&quot;:8},&quot;VerticalAnchor&quot;:4},&quot;Bullet&quot;:{&quot;List1Level&quot;:1,&quot;List2Level&quot;:2,&quot;List3Level&quot;:3,&quot;List4Level&quot;:4},&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Accent1&quot;}],&quot;Width&quot;:0.75},&quot;ArcFill&quot;:[{&quot;Source&quot;:2,&quot;Data&quot;:&quot;msoThemeColorAccent1&quot;}],&quot;BallFill&quot;:[{&quot;Source&quot;:2,&quot;Data&quot;:&quot;msoThemeColorBackground1&quot;}]},&quot;Label&quot;:{&quot;Font&quot;:{&quot;Color&quot;:[{&quot;Source&quot;:2,&quot;Data&quot;:&quot;msoThemeColorAccent1&quot;}],&quot;Name&quot;:&quot;+mn-lt&quot;,&quot;Style&quot;:2,&quot;Size&quot;:10},&quot;Line&quot;:{&quot;Visible&quot;:true,&quot;Color&quot;:[{&quot;Source&quot;:2,&quot;Data&quot;:&quot;msoThemeColorAccent1&quot;}],&quot;Width&quot;:0.75}},&quot;Ghost&quot;:{&quot;Font&quot;:{&quot;Color&quot;:[{&quot;Source&quot;:2,&quot;Data&quot;:&quot;msoThemeColorAccent3&quot;}],&quot;Name&quot;:&quot;+mn-lt&quot;,&quot;Style&quot;:0,&quot;Size&quot;:11}}}"/>
  <p:tag name="THINKCELLPRESENTATIONDONOTDELETE" val="&lt;?xml version=&quot;1.0&quot; encoding=&quot;UTF-16&quot; standalone=&quot;yes&quot;?&gt;&lt;root reqver=&quot;28224&quot;&gt;&lt;version val=&quot;3588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2.70999999999999996447E+00&quot;&gt;&lt;m_msothmcolidx val=&quot;0&quot;/&gt;&lt;m_rgb r=&quot;10&quot; g=&quot;5B&quot; b=&quot;A4&quot;/&gt;&lt;/elem&gt;&lt;/m_vecMRU&gt;&lt;/m_mruColor&gt;&lt;m_eweekdayFirstOfWeek val=&quot;1&quot;/&gt;&lt;m_eweekdayFirstOfWorkweek val=&quot;7&quot;/&gt;&lt;m_eweekdayFirstOfWeekend val=&quot;5&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liver Wyman">
  <a:themeElements>
    <a:clrScheme name="Oliver Wyman">
      <a:dk1>
        <a:srgbClr val="000000"/>
      </a:dk1>
      <a:lt1>
        <a:srgbClr val="FFFFFF"/>
      </a:lt1>
      <a:dk2>
        <a:srgbClr val="000000"/>
      </a:dk2>
      <a:lt2>
        <a:srgbClr val="FFFFFF"/>
      </a:lt2>
      <a:accent1>
        <a:srgbClr val="002C77"/>
      </a:accent1>
      <a:accent2>
        <a:srgbClr val="009DE0"/>
      </a:accent2>
      <a:accent3>
        <a:srgbClr val="949494"/>
      </a:accent3>
      <a:accent4>
        <a:srgbClr val="DADADA"/>
      </a:accent4>
      <a:accent5>
        <a:srgbClr val="275D38"/>
      </a:accent5>
      <a:accent6>
        <a:srgbClr val="00AC41"/>
      </a:accent6>
      <a:hlink>
        <a:srgbClr val="2C6EF2"/>
      </a:hlink>
      <a:folHlink>
        <a:srgbClr val="2C6EF2"/>
      </a:folHlink>
    </a:clrScheme>
    <a:fontScheme name="Oliver Wyman">
      <a:majorFont>
        <a:latin typeface="MMC Display Condensed"/>
        <a:ea typeface=""/>
        <a:cs typeface=""/>
        <a:font script="Jpan" typeface="Meiryo"/>
        <a:font script="Hang" typeface="맑은 고딕"/>
        <a:font script="Hans" typeface="Microsoft YaHei"/>
        <a:font script="Hant" typeface="Microsoft YaHei"/>
        <a:font script="Arab" typeface="Duba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eiryo"/>
        <a:font script="Hang" typeface="맑은 고딕"/>
        <a:font script="Hans" typeface="DengXian"/>
        <a:font script="Hant" typeface="DengXian"/>
        <a:font script="Arab" typeface="Duba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solidFill>
            <a:schemeClr val="tx1"/>
          </a:solidFill>
          <a:miter lim="800000"/>
        </a:ln>
      </a:spPr>
      <a:bodyPr lIns="73152" tIns="73152" rIns="73152" bIns="73152" rtlCol="0" anchor="ctr"/>
      <a:lstStyle>
        <a:defPPr algn="ctr">
          <a:defRPr sz="1400" kern="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kern="0" dirty="0" err="1" smtClean="0"/>
        </a:defPPr>
      </a:lstStyle>
    </a:txDef>
  </a:objectDefaults>
  <a:extraClrSchemeLst/>
  <a:custClrLst>
    <a:custClr name="Dark blue">
      <a:srgbClr val="002C77"/>
    </a:custClr>
    <a:custClr name="Dark gray">
      <a:srgbClr val="565656"/>
    </a:custClr>
    <a:custClr name="Dark green">
      <a:srgbClr val="275D38"/>
    </a:custClr>
    <a:custClr name="Dark yellow">
      <a:srgbClr val="965D00"/>
    </a:custClr>
    <a:custClr name="Dark orange">
      <a:srgbClr val="A32E00"/>
    </a:custClr>
    <a:custClr name="Dark crimson">
      <a:srgbClr val="9A1C1F"/>
    </a:custClr>
    <a:custClr name="Dark pink">
      <a:srgbClr val="B2025B"/>
    </a:custClr>
    <a:custClr name="Dark purple">
      <a:srgbClr val="463282"/>
    </a:custClr>
    <a:custClr name="Dark blue gray">
      <a:srgbClr val="4E6287"/>
    </a:custClr>
    <a:custClr name="Danger red">
      <a:srgbClr val="C53532"/>
    </a:custClr>
    <a:custClr name="Blue">
      <a:srgbClr val="009DE0"/>
    </a:custClr>
    <a:custClr name="Gray">
      <a:srgbClr val="949494"/>
    </a:custClr>
    <a:custClr name="Green">
      <a:srgbClr val="00AC41"/>
    </a:custClr>
    <a:custClr name="Yellow">
      <a:srgbClr val="FFBE00"/>
    </a:custClr>
    <a:custClr name="Orange">
      <a:srgbClr val="FF8C00"/>
    </a:custClr>
    <a:custClr name="Crimson">
      <a:srgbClr val="EF4E45"/>
    </a:custClr>
    <a:custClr name="Pink">
      <a:srgbClr val="EE3D8B"/>
    </a:custClr>
    <a:custClr name="Purple">
      <a:srgbClr val="8246AF"/>
    </a:custClr>
    <a:custClr name="Blue gray">
      <a:srgbClr val="8096B2"/>
    </a:custClr>
    <a:custClr name="Warning yellow">
      <a:srgbClr val="FFBE00"/>
    </a:custClr>
    <a:custClr name="Light blue">
      <a:srgbClr val="76D3FF"/>
    </a:custClr>
    <a:custClr name="Light gray">
      <a:srgbClr val="DADADA"/>
    </a:custClr>
    <a:custClr name="Light green">
      <a:srgbClr val="ADDFB3"/>
    </a:custClr>
    <a:custClr name="Light yellow">
      <a:srgbClr val="FFE580"/>
    </a:custClr>
    <a:custClr name="Light orange">
      <a:srgbClr val="FFCA94"/>
    </a:custClr>
    <a:custClr name="Light crimson">
      <a:srgbClr val="FFAEA6"/>
    </a:custClr>
    <a:custClr name="Light pink">
      <a:srgbClr val="F8ACBE"/>
    </a:custClr>
    <a:custClr name="Light purple">
      <a:srgbClr val="CCB3E0"/>
    </a:custClr>
    <a:custClr name="Light blue gray">
      <a:srgbClr val="BED3E4"/>
    </a:custClr>
    <a:custClr name="Success green">
      <a:srgbClr val="14853D"/>
    </a:custClr>
    <a:custClr name="Table blue">
      <a:srgbClr val="C7EDFF"/>
    </a:custClr>
    <a:custClr name="Table gray">
      <a:srgbClr val="F0F0F0"/>
    </a:custClr>
  </a:custClrLst>
  <a:extLst>
    <a:ext uri="{05A4C25C-085E-4340-85A3-A5531E510DB2}">
      <thm15:themeFamily xmlns:thm15="http://schemas.microsoft.com/office/thememl/2012/main" name="Widescreen 16x9.potx" id="{6B03B70D-6EFD-4FBD-AE23-C1F12C5C48AF}" vid="{0F2DB142-F5C5-4CD7-B25E-A6EB494470FF}"/>
    </a:ext>
  </a:extLst>
</a:theme>
</file>

<file path=ppt/theme/theme2.xml><?xml version="1.0" encoding="utf-8"?>
<a:theme xmlns:a="http://schemas.openxmlformats.org/drawingml/2006/main" name="Oliver Wyman">
  <a:themeElements>
    <a:clrScheme name="Oliver Wyman">
      <a:dk1>
        <a:srgbClr val="000000"/>
      </a:dk1>
      <a:lt1>
        <a:srgbClr val="FFFFFF"/>
      </a:lt1>
      <a:dk2>
        <a:srgbClr val="000000"/>
      </a:dk2>
      <a:lt2>
        <a:srgbClr val="FFFFFF"/>
      </a:lt2>
      <a:accent1>
        <a:srgbClr val="002C77"/>
      </a:accent1>
      <a:accent2>
        <a:srgbClr val="009DE0"/>
      </a:accent2>
      <a:accent3>
        <a:srgbClr val="949494"/>
      </a:accent3>
      <a:accent4>
        <a:srgbClr val="DADADA"/>
      </a:accent4>
      <a:accent5>
        <a:srgbClr val="275D38"/>
      </a:accent5>
      <a:accent6>
        <a:srgbClr val="00AC41"/>
      </a:accent6>
      <a:hlink>
        <a:srgbClr val="2C6EF2"/>
      </a:hlink>
      <a:folHlink>
        <a:srgbClr val="2C6EF2"/>
      </a:folHlink>
    </a:clrScheme>
    <a:fontScheme name="Oliver Wyman">
      <a:majorFont>
        <a:latin typeface="MMC Display Condensed"/>
        <a:ea typeface=""/>
        <a:cs typeface=""/>
        <a:font script="Jpan" typeface="Meiryo"/>
        <a:font script="Hang" typeface="맑은 고딕"/>
        <a:font script="Hans" typeface="Microsoft YaHei"/>
        <a:font script="Hant" typeface="Microsoft YaHei"/>
        <a:font script="Arab" typeface="Duba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eiryo"/>
        <a:font script="Hang" typeface="맑은 고딕"/>
        <a:font script="Hans" typeface="DengXian"/>
        <a:font script="Hant" typeface="DengXian"/>
        <a:font script="Arab" typeface="Duba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solidFill>
            <a:schemeClr val="tx1"/>
          </a:solidFill>
          <a:miter lim="800000"/>
        </a:ln>
      </a:spPr>
      <a:bodyPr lIns="73152" tIns="73152" rIns="73152" bIns="73152" rtlCol="0" anchor="ctr"/>
      <a:lstStyle>
        <a:defPPr algn="ctr">
          <a:defRPr sz="1400" kern="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kern="0" dirty="0" err="1" smtClean="0"/>
        </a:defPPr>
      </a:lstStyle>
    </a:txDef>
  </a:objectDefaults>
  <a:extraClrSchemeLst/>
  <a:custClrLst>
    <a:custClr name="Dark blue">
      <a:srgbClr val="002C77"/>
    </a:custClr>
    <a:custClr name="Dark gray">
      <a:srgbClr val="565656"/>
    </a:custClr>
    <a:custClr name="Dark green">
      <a:srgbClr val="275D38"/>
    </a:custClr>
    <a:custClr name="Dark yellow">
      <a:srgbClr val="965D00"/>
    </a:custClr>
    <a:custClr name="Dark orange">
      <a:srgbClr val="A32E00"/>
    </a:custClr>
    <a:custClr name="Dark crimson">
      <a:srgbClr val="9A1C1F"/>
    </a:custClr>
    <a:custClr name="Dark pink">
      <a:srgbClr val="B2025B"/>
    </a:custClr>
    <a:custClr name="Dark purple">
      <a:srgbClr val="463282"/>
    </a:custClr>
    <a:custClr name="Dark blue gray">
      <a:srgbClr val="4E6287"/>
    </a:custClr>
    <a:custClr name="Danger red">
      <a:srgbClr val="C53532"/>
    </a:custClr>
    <a:custClr name="Blue">
      <a:srgbClr val="009DE0"/>
    </a:custClr>
    <a:custClr name="Gray">
      <a:srgbClr val="949494"/>
    </a:custClr>
    <a:custClr name="Green">
      <a:srgbClr val="00AC41"/>
    </a:custClr>
    <a:custClr name="Yellow">
      <a:srgbClr val="FFBE00"/>
    </a:custClr>
    <a:custClr name="Orange">
      <a:srgbClr val="FF8C00"/>
    </a:custClr>
    <a:custClr name="Crimson">
      <a:srgbClr val="EF4E45"/>
    </a:custClr>
    <a:custClr name="Pink">
      <a:srgbClr val="EE3D8B"/>
    </a:custClr>
    <a:custClr name="Purple">
      <a:srgbClr val="8246AF"/>
    </a:custClr>
    <a:custClr name="Blue gray">
      <a:srgbClr val="8096B2"/>
    </a:custClr>
    <a:custClr name="Warning yellow">
      <a:srgbClr val="FFBE00"/>
    </a:custClr>
    <a:custClr name="Light blue">
      <a:srgbClr val="76D3FF"/>
    </a:custClr>
    <a:custClr name="Light gray">
      <a:srgbClr val="DADADA"/>
    </a:custClr>
    <a:custClr name="Light green">
      <a:srgbClr val="ADDFB3"/>
    </a:custClr>
    <a:custClr name="Light yellow">
      <a:srgbClr val="FFE580"/>
    </a:custClr>
    <a:custClr name="Light orange">
      <a:srgbClr val="FFCA94"/>
    </a:custClr>
    <a:custClr name="Light crimson">
      <a:srgbClr val="FFAEA6"/>
    </a:custClr>
    <a:custClr name="Light pink">
      <a:srgbClr val="F8ACBE"/>
    </a:custClr>
    <a:custClr name="Light purple">
      <a:srgbClr val="CCB3E0"/>
    </a:custClr>
    <a:custClr name="Light blue gray">
      <a:srgbClr val="BED3E4"/>
    </a:custClr>
    <a:custClr name="Success green">
      <a:srgbClr val="14853D"/>
    </a:custClr>
    <a:custClr name="Table blue">
      <a:srgbClr val="C7EDFF"/>
    </a:custClr>
    <a:custClr name="Table gray">
      <a:srgbClr val="F0F0F0"/>
    </a:custClr>
  </a:custClrLst>
  <a:extLst>
    <a:ext uri="{05A4C25C-085E-4340-85A3-A5531E510DB2}">
      <thm15:themeFamily xmlns:thm15="http://schemas.microsoft.com/office/thememl/2012/main" name="Classic Print.potx" id="{3BD3F9C2-E0F5-4CEF-8789-E4AB830419DB}" vid="{79E2AB3F-92A5-4A76-BFD1-0EDE0A7B893B}"/>
    </a:ext>
  </a:extLst>
</a:theme>
</file>

<file path=ppt/theme/theme3.xml><?xml version="1.0" encoding="utf-8"?>
<a:theme xmlns:a="http://schemas.openxmlformats.org/drawingml/2006/main" name="Oliver Wyman">
  <a:themeElements>
    <a:clrScheme name="Oliver Wyman">
      <a:dk1>
        <a:srgbClr val="000000"/>
      </a:dk1>
      <a:lt1>
        <a:srgbClr val="FFFFFF"/>
      </a:lt1>
      <a:dk2>
        <a:srgbClr val="000000"/>
      </a:dk2>
      <a:lt2>
        <a:srgbClr val="FFFFFF"/>
      </a:lt2>
      <a:accent1>
        <a:srgbClr val="002C77"/>
      </a:accent1>
      <a:accent2>
        <a:srgbClr val="009DE0"/>
      </a:accent2>
      <a:accent3>
        <a:srgbClr val="949494"/>
      </a:accent3>
      <a:accent4>
        <a:srgbClr val="DADADA"/>
      </a:accent4>
      <a:accent5>
        <a:srgbClr val="275D38"/>
      </a:accent5>
      <a:accent6>
        <a:srgbClr val="00AC41"/>
      </a:accent6>
      <a:hlink>
        <a:srgbClr val="2C6EF2"/>
      </a:hlink>
      <a:folHlink>
        <a:srgbClr val="2C6EF2"/>
      </a:folHlink>
    </a:clrScheme>
    <a:fontScheme name="Oliver Wyman">
      <a:majorFont>
        <a:latin typeface="MMC Display Condensed"/>
        <a:ea typeface=""/>
        <a:cs typeface=""/>
        <a:font script="Jpan" typeface="Meiryo"/>
        <a:font script="Hang" typeface="맑은 고딕"/>
        <a:font script="Hans" typeface="Microsoft YaHei"/>
        <a:font script="Hant" typeface="Microsoft YaHei"/>
        <a:font script="Arab" typeface="Duba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eiryo"/>
        <a:font script="Hang" typeface="맑은 고딕"/>
        <a:font script="Hans" typeface="DengXian"/>
        <a:font script="Hant" typeface="DengXian"/>
        <a:font script="Arab" typeface="Duba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solidFill>
            <a:schemeClr val="tx1"/>
          </a:solidFill>
          <a:miter lim="800000"/>
        </a:ln>
      </a:spPr>
      <a:bodyPr lIns="73152" tIns="73152" rIns="73152" bIns="73152" rtlCol="0" anchor="ctr"/>
      <a:lstStyle>
        <a:defPPr algn="ctr">
          <a:defRPr sz="1400" kern="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kern="0" dirty="0" err="1" smtClean="0"/>
        </a:defPPr>
      </a:lstStyle>
    </a:txDef>
  </a:objectDefaults>
  <a:extraClrSchemeLst/>
  <a:custClrLst>
    <a:custClr name="Dark blue">
      <a:srgbClr val="002C77"/>
    </a:custClr>
    <a:custClr name="Dark gray">
      <a:srgbClr val="565656"/>
    </a:custClr>
    <a:custClr name="Dark green">
      <a:srgbClr val="275D38"/>
    </a:custClr>
    <a:custClr name="Dark yellow">
      <a:srgbClr val="965D00"/>
    </a:custClr>
    <a:custClr name="Dark orange">
      <a:srgbClr val="A32E00"/>
    </a:custClr>
    <a:custClr name="Dark crimson">
      <a:srgbClr val="9A1C1F"/>
    </a:custClr>
    <a:custClr name="Dark pink">
      <a:srgbClr val="B2025B"/>
    </a:custClr>
    <a:custClr name="Dark purple">
      <a:srgbClr val="463282"/>
    </a:custClr>
    <a:custClr name="Dark blue gray">
      <a:srgbClr val="4E6287"/>
    </a:custClr>
    <a:custClr name="Danger red">
      <a:srgbClr val="C53532"/>
    </a:custClr>
    <a:custClr name="Blue">
      <a:srgbClr val="009DE0"/>
    </a:custClr>
    <a:custClr name="Gray">
      <a:srgbClr val="949494"/>
    </a:custClr>
    <a:custClr name="Green">
      <a:srgbClr val="00AC41"/>
    </a:custClr>
    <a:custClr name="Yellow">
      <a:srgbClr val="FFBE00"/>
    </a:custClr>
    <a:custClr name="Orange">
      <a:srgbClr val="FF8C00"/>
    </a:custClr>
    <a:custClr name="Crimson">
      <a:srgbClr val="EF4E45"/>
    </a:custClr>
    <a:custClr name="Pink">
      <a:srgbClr val="EE3D8B"/>
    </a:custClr>
    <a:custClr name="Purple">
      <a:srgbClr val="8246AF"/>
    </a:custClr>
    <a:custClr name="Blue gray">
      <a:srgbClr val="8096B2"/>
    </a:custClr>
    <a:custClr name="Warning yellow">
      <a:srgbClr val="FFBE00"/>
    </a:custClr>
    <a:custClr name="Light blue">
      <a:srgbClr val="76D3FF"/>
    </a:custClr>
    <a:custClr name="Light gray">
      <a:srgbClr val="DADADA"/>
    </a:custClr>
    <a:custClr name="Light green">
      <a:srgbClr val="ADDFB3"/>
    </a:custClr>
    <a:custClr name="Light yellow">
      <a:srgbClr val="FFE580"/>
    </a:custClr>
    <a:custClr name="Light orange">
      <a:srgbClr val="FFCA94"/>
    </a:custClr>
    <a:custClr name="Light crimson">
      <a:srgbClr val="FFAEA6"/>
    </a:custClr>
    <a:custClr name="Light pink">
      <a:srgbClr val="F8ACBE"/>
    </a:custClr>
    <a:custClr name="Light purple">
      <a:srgbClr val="CCB3E0"/>
    </a:custClr>
    <a:custClr name="Light blue gray">
      <a:srgbClr val="BED3E4"/>
    </a:custClr>
    <a:custClr name="Success green">
      <a:srgbClr val="14853D"/>
    </a:custClr>
    <a:custClr name="Table blue">
      <a:srgbClr val="C7EDFF"/>
    </a:custClr>
    <a:custClr name="Table gray">
      <a:srgbClr val="F0F0F0"/>
    </a:custClr>
  </a:custClrLst>
  <a:extLst>
    <a:ext uri="{05A4C25C-085E-4340-85A3-A5531E510DB2}">
      <thm15:themeFamily xmlns:thm15="http://schemas.microsoft.com/office/thememl/2012/main" name="Classic Print.potx" id="{3BD3F9C2-E0F5-4CEF-8789-E4AB830419DB}" vid="{79E2AB3F-92A5-4A76-BFD1-0EDE0A7B893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StyProps xmlns:xsd="http://www.w3.org/2001/XMLSchema" xmlns:xsi="http://www.w3.org/2001/XMLSchema-instance" Name="Table 1 (3 x 9)" StyleType="Table">
  <TableStyle>
    <ColumnStyleList>
      <ColumnStyle>
        <Width>79.2</Width>
      </ColumnStyle>
      <ColumnStyle>
        <Width>64.8</Width>
      </ColumnStyle>
      <ColumnStyle>
        <Width>108</Width>
      </ColumnStyle>
      <ColumnStyle>
        <Width>57.6</Width>
      </ColumnStyle>
      <ColumnStyle>
        <Width>57.6</Width>
      </ColumnStyle>
      <ColumnStyle>
        <Width>57.6</Width>
      </ColumnStyle>
      <ColumnStyle>
        <Width>72</Width>
      </ColumnStyle>
      <ColumnStyle>
        <Width>57.6</Width>
      </ColumnStyle>
      <ColumnStyle>
        <Width>192.399918</Width>
      </ColumnStyle>
    </ColumnStyleList>
    <RowStyleList>
      <RowStyle>
        <Height>46.8</Height>
      </RowStyle>
      <RowStyle>
        <Height>63.9</Height>
      </RowStyle>
      <RowStyle>
        <Height>63.9</Height>
      </RowStyle>
    </RowStyleList>
    <CellStyleList>
      <ArrayOf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0.65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0.65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CellStyleList>
    <Location>
      <Top>110</Top>
      <Bottom>255.4</Bottom>
      <Left>36</Left>
      <Right>177.200073</Right>
    </Location>
    <Size>
      <Width>746.7999</Width>
      <Height>174.6</Height>
    </Size>
    <IsSetup>true</IsSetup>
  </TableStyle>
  <StyleSetting>
    <TableStyleSetting>
      <HasTop>true</HasTop>
      <HasBottom>false</HasBottom>
      <HasLeft>true</HasLeft>
      <HasRight>false</HasRight>
      <HasHeight>true</HasHeight>
      <HasWidth>true</HasWidth>
      <HasRowHeight>true</HasRowHeight>
      <HasColumnWidth>true</HasColumnWidth>
      <HasBorder>true</HasBorder>
      <HasFill>true</HasFill>
      <HasMargin>true</HasMargin>
      <HasTextLayout>true</HasTextLayout>
      <TextStyleSetting>
        <HasFontSize>true</HasFontSize>
        <HasFontName>true</HasFontName>
        <HasColor>false</HasColor>
        <HasBold>true</HasBold>
        <HasItalic>true</HasItalic>
        <HasUnderline>true</HasUnderline>
        <HasShadow>true</HasShadow>
        <HasAllCap>false</HasAllCap>
        <HasScript>false</HasScript>
        <HasCharacterSpacing>false</HasCharacterSpacing>
        <HasParagraphSpacing>false</HasParagraphSpacing>
        <HasLineSpacing>false</HasLineSpacing>
        <HasIndent>false</HasIndent>
        <HasTabs>false</HasTabs>
        <HasSourceText>false</HasSourceText>
      </TextStyleSetting>
    </TableStyleSetting>
  </StyleSetting>
  <StyleId>ab959c0b-1172-4241-ad6a-867edc9dd6cd</StyleId>
</StyProps>
</file>

<file path=customXml/item2.xml><?xml version="1.0" encoding="utf-8"?>
<StyProps xmlns:xsd="http://www.w3.org/2001/XMLSchema" xmlns:xsi="http://www.w3.org/2001/XMLSchema-instance" Name=" (4 x 9)" StyleType="Table">
  <TableStyle>
    <ColumnStyleList>
      <ColumnStyle>
        <Width>79.2</Width>
      </ColumnStyle>
      <ColumnStyle>
        <Width>64.8</Width>
      </ColumnStyle>
      <ColumnStyle>
        <Width>108</Width>
      </ColumnStyle>
      <ColumnStyle>
        <Width>57.6</Width>
      </ColumnStyle>
      <ColumnStyle>
        <Width>57.6</Width>
      </ColumnStyle>
      <ColumnStyle>
        <Width>57.6</Width>
      </ColumnStyle>
      <ColumnStyle>
        <Width>72</Width>
      </ColumnStyle>
      <ColumnStyle>
        <Width>57.6</Width>
      </ColumnStyle>
      <ColumnStyle>
        <Width>192.25</Width>
      </ColumnStyle>
    </ColumnStyleList>
    <RowStyleList>
      <RowStyle>
        <Height>46.8</Height>
      </RowStyle>
      <RowStyle>
        <Height>39.6</Height>
      </RowStyle>
      <RowStyle>
        <Height>39.6</Height>
      </RowStyle>
      <RowStyle>
        <Height>39.6</Height>
      </RowStyle>
    </RowStyleList>
    <CellStyleList>
      <ArrayOf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0.45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0.65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0.45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0.45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0.65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1.05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CellStyleList>
    <Location>
      <Top>302.1</Top>
      <Bottom>72.29999</Bottom>
      <Left>36</Left>
      <Right>177.349976</Right>
    </Location>
    <Size>
      <Width>746.65</Width>
      <Height>165.6</Height>
    </Size>
    <IsSetup>true</IsSetup>
  </TableStyle>
  <StyleSetting>
    <TableStyleSetting>
      <HasTop>true</HasTop>
      <HasBottom>false</HasBottom>
      <HasLeft>true</HasLeft>
      <HasRight>false</HasRight>
      <HasHeight>true</HasHeight>
      <HasWidth>true</HasWidth>
      <HasRowHeight>true</HasRowHeight>
      <HasColumnWidth>true</HasColumnWidth>
      <HasBorder>true</HasBorder>
      <HasFill>true</HasFill>
      <HasMargin>true</HasMargin>
      <HasTextLayout>true</HasTextLayout>
      <TextStyleSetting>
        <HasFontSize>true</HasFontSize>
        <HasFontName>true</HasFontName>
        <HasColor>false</HasColor>
        <HasBold>false</HasBold>
        <HasItalic>false</HasItalic>
        <HasUnderline>false</HasUnderline>
        <HasShadow>false</HasShadow>
        <HasAllCap>false</HasAllCap>
        <HasScript>false</HasScript>
        <HasCharacterSpacing>false</HasCharacterSpacing>
        <HasParagraphSpacing>false</HasParagraphSpacing>
        <HasLineSpacing>false</HasLineSpacing>
        <HasIndent>false</HasIndent>
        <HasTabs>false</HasTabs>
        <HasSourceText>false</HasSourceText>
      </TextStyleSetting>
    </TableStyleSetting>
  </StyleSetting>
  <StyleId>833a3b66-0fcc-4165-9145-7f25973c092e</StyleId>
</StyProps>
</file>

<file path=customXml/item3.xml><?xml version="1.0" encoding="utf-8"?>
<StyProps xmlns:xsd="http://www.w3.org/2001/XMLSchema" xmlns:xsi="http://www.w3.org/2001/XMLSchema-instance" Name=" (4 x 7)" StyleType="Table">
  <TableStyle>
    <ColumnStyleList>
      <ColumnStyle>
        <Width>79.2</Width>
      </ColumnStyle>
      <ColumnStyle>
        <Width>64.8</Width>
      </ColumnStyle>
      <ColumnStyle>
        <Width>108</Width>
      </ColumnStyle>
      <ColumnStyle>
        <Width>57.6</Width>
      </ColumnStyle>
      <ColumnStyle>
        <Width>57.6</Width>
      </ColumnStyle>
      <ColumnStyle>
        <Width>57.6</Width>
      </ColumnStyle>
      <ColumnStyle>
        <Width>321.84</Width>
      </ColumnStyle>
    </ColumnStyleList>
    <RowStyleList>
      <RowStyle>
        <Height>46.8</Height>
      </RowStyle>
      <RowStyle>
        <Height>33.6</Height>
      </RowStyle>
      <RowStyle>
        <Height>33.6</Height>
      </RowStyle>
      <RowStyle>
        <Height>33.6</Height>
      </RowStyle>
    </RowStyleList>
    <CellStyleList>
      <ArrayOf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1.14</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1.44</Left>
            <Right>1.44</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1.44</Left>
            <Right>1.44</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1.14</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1.44</Left>
            <Right>1.44</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CellStyleList>
    <Location>
      <Top>110</Top>
      <Bottom>282.4</Bottom>
      <Left>36</Left>
      <Right>177.359985</Right>
    </Location>
    <Size>
      <Width>746.64</Width>
      <Height>147.6</Height>
    </Size>
    <IsSetup>true</IsSetup>
  </TableStyle>
  <StyleSetting>
    <TableStyleSetting>
      <HasTop>true</HasTop>
      <HasBottom>false</HasBottom>
      <HasLeft>true</HasLeft>
      <HasRight>false</HasRight>
      <HasHeight>true</HasHeight>
      <HasWidth>true</HasWidth>
      <HasRowHeight>true</HasRowHeight>
      <HasColumnWidth>true</HasColumnWidth>
      <HasBorder>true</HasBorder>
      <HasFill>true</HasFill>
      <HasMargin>true</HasMargin>
      <HasTextLayout>true</HasTextLayout>
      <TextStyleSetting>
        <HasFontSize>true</HasFontSize>
        <HasFontName>true</HasFontName>
        <HasColor>false</HasColor>
        <HasBold>false</HasBold>
        <HasItalic>false</HasItalic>
        <HasUnderline>false</HasUnderline>
        <HasShadow>false</HasShadow>
        <HasAllCap>false</HasAllCap>
        <HasScript>false</HasScript>
        <HasCharacterSpacing>false</HasCharacterSpacing>
        <HasParagraphSpacing>false</HasParagraphSpacing>
        <HasLineSpacing>false</HasLineSpacing>
        <HasIndent>false</HasIndent>
        <HasTabs>false</HasTabs>
        <HasSourceText>false</HasSourceText>
      </TextStyleSetting>
    </TableStyleSetting>
  </StyleSetting>
  <StyleId>23ed6f02-6201-48f1-8f34-f01a305edee8</StyleId>
</StyProps>
</file>

<file path=customXml/item4.xml><?xml version="1.0" encoding="utf-8"?>
<StyProps xmlns:xsd="http://www.w3.org/2001/XMLSchema" xmlns:xsi="http://www.w3.org/2001/XMLSchema-instance" Name=" (18 x 9)" StyleType="Table">
  <TableStyle>
    <ColumnStyleList>
      <ColumnStyle>
        <Width>111.603622</Width>
      </ColumnStyle>
      <ColumnStyle>
        <Width>101.59803</Width>
      </ColumnStyle>
      <ColumnStyle>
        <Width>115.785042</Width>
      </ColumnStyle>
      <ColumnStyle>
        <Width>93.3348846</Width>
      </ColumnStyle>
      <ColumnStyle>
        <Width>93.13575</Width>
      </ColumnStyle>
      <ColumnStyle>
        <Width>93.1356659</Width>
      </ColumnStyle>
      <ColumnStyle>
        <Width>92.68771</Width>
      </ColumnStyle>
      <ColumnStyle>
        <Width>93.2352</Width>
      </ColumnStyle>
      <ColumnStyle>
        <Width>93.48409</Width>
      </ColumnStyle>
    </ColumnStyleList>
    <RowStyleList>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List>
    <CellStyleList>
      <ArrayOf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ArrayOfTableCellStyle>
      <ArrayOf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14996414</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-0.4</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ppAccent1</SchemeColor>
              <RGB>14720256</RGB>
              <ObjectThemeColor>msoThemeColorAccent2</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4542191</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4542191</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4542191</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4542191</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0.5</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CellStyleList>
    <Location>
      <Top>110.000076</Top>
      <Bottom>84.3999</Bottom>
      <Left>36.00008</Left>
      <Right>35.99994</Right>
    </Location>
    <Size>
      <Width>888</Width>
      <Height>345.6</Height>
    </Size>
    <IsSetup>true</IsSetup>
  </TableStyle>
  <StyleSetting>
    <TableStyleSetting>
      <HasTop>true</HasTop>
      <HasBottom>false</HasBottom>
      <HasLeft>true</HasLeft>
      <HasRight>false</HasRight>
      <HasHeight>true</HasHeight>
      <HasWidth>true</HasWidth>
      <HasRowHeight>true</HasRowHeight>
      <HasColumnWidth>true</HasColumnWidth>
      <HasBorder>true</HasBorder>
      <HasFill>false</HasFill>
      <HasMargin>true</HasMargin>
      <HasTextLayout>true</HasTextLayout>
      <TextStyleSetting>
        <HasFontSize>true</HasFontSize>
        <HasFontName>true</HasFontName>
        <HasColor>false</HasColor>
        <HasBold>false</HasBold>
        <HasItalic>false</HasItalic>
        <HasUnderline>false</HasUnderline>
        <HasShadow>false</HasShadow>
        <HasAllCap>false</HasAllCap>
        <HasScript>false</HasScript>
        <HasCharacterSpacing>false</HasCharacterSpacing>
        <HasParagraphSpacing>false</HasParagraphSpacing>
        <HasLineSpacing>false</HasLineSpacing>
        <HasIndent>false</HasIndent>
        <HasTabs>false</HasTabs>
        <HasSourceText>false</HasSourceText>
      </TextStyleSetting>
    </TableStyleSetting>
  </StyleSetting>
  <StyleId>8837bd4e-b1c8-4a48-adcb-dc4a64bd785e</StyleId>
</StyProps>
</file>

<file path=customXml/itemProps1.xml><?xml version="1.0" encoding="utf-8"?>
<ds:datastoreItem xmlns:ds="http://schemas.openxmlformats.org/officeDocument/2006/customXml" ds:itemID="{3D78F13F-79E0-45F8-A8D3-8546D0658621}">
  <ds:schemaRefs>
    <ds:schemaRef ds:uri="http://www.w3.org/2001/XMLSchema"/>
  </ds:schemaRefs>
</ds:datastoreItem>
</file>

<file path=customXml/itemProps2.xml><?xml version="1.0" encoding="utf-8"?>
<ds:datastoreItem xmlns:ds="http://schemas.openxmlformats.org/officeDocument/2006/customXml" ds:itemID="{8EB0A999-FE9E-477E-87C3-F23A601D66EA}">
  <ds:schemaRefs>
    <ds:schemaRef ds:uri="http://www.w3.org/2001/XMLSchema"/>
  </ds:schemaRefs>
</ds:datastoreItem>
</file>

<file path=customXml/itemProps3.xml><?xml version="1.0" encoding="utf-8"?>
<ds:datastoreItem xmlns:ds="http://schemas.openxmlformats.org/officeDocument/2006/customXml" ds:itemID="{C5591F7B-F5F9-452E-8321-FA8329CF688C}">
  <ds:schemaRefs>
    <ds:schemaRef ds:uri="http://www.w3.org/2001/XMLSchema"/>
  </ds:schemaRefs>
</ds:datastoreItem>
</file>

<file path=customXml/itemProps4.xml><?xml version="1.0" encoding="utf-8"?>
<ds:datastoreItem xmlns:ds="http://schemas.openxmlformats.org/officeDocument/2006/customXml" ds:itemID="{F3801009-7B62-48F6-A128-00EF69F26A64}">
  <ds:schemaRef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blank</Template>
  <TotalTime>474</TotalTime>
  <Words>224</Words>
  <Application>Microsoft Office PowerPoint</Application>
  <PresentationFormat>Widescreen</PresentationFormat>
  <Paragraphs>62</Paragraphs>
  <Slides>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Trebuchet MS</vt:lpstr>
      <vt:lpstr>MMC Display Condensed</vt:lpstr>
      <vt:lpstr>Calibri</vt:lpstr>
      <vt:lpstr>Arial</vt:lpstr>
      <vt:lpstr>Oliver Wyman</vt:lpstr>
      <vt:lpstr>think-cell Slide</vt:lpstr>
      <vt:lpstr>Weekly Progress Update: We have generated ideas worth 8.6 Cr and have progressed towards implementation stage of 0.7 Cr worth ideas All values in INR Cr</vt:lpstr>
    </vt:vector>
  </TitlesOfParts>
  <Company>MMC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Smith, Megs</dc:creator>
  <cp:keywords>OW21.Widescreen.20251216.1</cp:keywords>
  <cp:lastModifiedBy>Mehta, Nitigya</cp:lastModifiedBy>
  <cp:revision>2</cp:revision>
  <dcterms:created xsi:type="dcterms:W3CDTF">2026-03-20T07:28:10Z</dcterms:created>
  <dcterms:modified xsi:type="dcterms:W3CDTF">2026-05-30T09:51:13Z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Version">
    <vt:lpwstr>2021/06/01</vt:lpwstr>
  </property>
  <property fmtid="{D5CDD505-2E9C-101B-9397-08002B2CF9AE}" pid="3" name="MSIP_Label_38f1469a-2c2a-4aee-b92b-090d4c5468ff_Enabled">
    <vt:lpwstr>true</vt:lpwstr>
  </property>
  <property fmtid="{D5CDD505-2E9C-101B-9397-08002B2CF9AE}" pid="4" name="MSIP_Label_38f1469a-2c2a-4aee-b92b-090d4c5468ff_SetDate">
    <vt:lpwstr>2025-12-16T11:46:10Z</vt:lpwstr>
  </property>
  <property fmtid="{D5CDD505-2E9C-101B-9397-08002B2CF9AE}" pid="5" name="MSIP_Label_38f1469a-2c2a-4aee-b92b-090d4c5468ff_Method">
    <vt:lpwstr>Standard</vt:lpwstr>
  </property>
  <property fmtid="{D5CDD505-2E9C-101B-9397-08002B2CF9AE}" pid="6" name="MSIP_Label_38f1469a-2c2a-4aee-b92b-090d4c5468ff_Name">
    <vt:lpwstr>Confidential - Unmarked</vt:lpwstr>
  </property>
  <property fmtid="{D5CDD505-2E9C-101B-9397-08002B2CF9AE}" pid="7" name="MSIP_Label_38f1469a-2c2a-4aee-b92b-090d4c5468ff_SiteId">
    <vt:lpwstr>2a6e6092-73e4-4752-b1a5-477a17f5056d</vt:lpwstr>
  </property>
  <property fmtid="{D5CDD505-2E9C-101B-9397-08002B2CF9AE}" pid="8" name="MSIP_Label_38f1469a-2c2a-4aee-b92b-090d4c5468ff_ActionId">
    <vt:lpwstr>77683729-35fa-4fba-a41e-a6617dfa228e</vt:lpwstr>
  </property>
  <property fmtid="{D5CDD505-2E9C-101B-9397-08002B2CF9AE}" pid="9" name="MSIP_Label_38f1469a-2c2a-4aee-b92b-090d4c5468ff_ContentBits">
    <vt:lpwstr>0</vt:lpwstr>
  </property>
  <property fmtid="{D5CDD505-2E9C-101B-9397-08002B2CF9AE}" pid="10" name="MSIP_Label_38f1469a-2c2a-4aee-b92b-090d4c5468ff_Tag">
    <vt:lpwstr>10, 3, 0, 1</vt:lpwstr>
  </property>
  <property fmtid="{D5CDD505-2E9C-101B-9397-08002B2CF9AE}" pid="11" name="DocumentMSOLanguageID">
    <vt:lpwstr>msoLanguageIDEnglishUK</vt:lpwstr>
  </property>
  <property fmtid="{D5CDD505-2E9C-101B-9397-08002B2CF9AE}" pid="12" name="LogoName">
    <vt:lpwstr>Oliver Wyman</vt:lpwstr>
  </property>
</Properties>
</file>